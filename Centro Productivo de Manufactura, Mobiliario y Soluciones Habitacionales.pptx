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0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7" r:id="rId11"/>
    <p:sldId id="275" r:id="rId12"/>
    <p:sldId id="270" r:id="rId13"/>
    <p:sldId id="269" r:id="rId14"/>
    <p:sldId id="259" r:id="rId15"/>
    <p:sldId id="272" r:id="rId16"/>
    <p:sldId id="271" r:id="rId17"/>
    <p:sldId id="273" r:id="rId1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2" d="100"/>
          <a:sy n="42" d="100"/>
        </p:scale>
        <p:origin x="12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1298C2-7A11-4314-BCCC-A92454F308BA}" type="doc">
      <dgm:prSet loTypeId="urn:microsoft.com/office/officeart/2018/2/layout/IconLabelList" loCatId="icon" qsTypeId="urn:microsoft.com/office/officeart/2005/8/quickstyle/simple1#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94CD3A2-FACF-478F-88F1-EF7E57229143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noProof="0" dirty="0"/>
            <a:t>Conocimiento técnico</a:t>
          </a:r>
        </a:p>
      </dgm:t>
    </dgm:pt>
    <dgm:pt modelId="{2E4657BD-4F52-4B2C-8DF3-C8FEF7870D1E}" type="parTrans" cxnId="{AF960DBC-5802-465E-ADF0-35C557F901A7}">
      <dgm:prSet/>
      <dgm:spPr/>
      <dgm:t>
        <a:bodyPr/>
        <a:lstStyle/>
        <a:p>
          <a:endParaRPr lang="en-US"/>
        </a:p>
      </dgm:t>
    </dgm:pt>
    <dgm:pt modelId="{9AD280F6-8BB9-4A92-A62B-838F249255D1}" type="sibTrans" cxnId="{AF960DBC-5802-465E-ADF0-35C557F901A7}">
      <dgm:prSet/>
      <dgm:spPr/>
      <dgm:t>
        <a:bodyPr/>
        <a:lstStyle/>
        <a:p>
          <a:endParaRPr lang="en-US"/>
        </a:p>
      </dgm:t>
    </dgm:pt>
    <dgm:pt modelId="{0463AE3C-E17F-42E4-BB42-DB59B6645E06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noProof="0" dirty="0"/>
            <a:t>Capacidad de gestión</a:t>
          </a:r>
        </a:p>
      </dgm:t>
    </dgm:pt>
    <dgm:pt modelId="{46BC5D21-47AC-404B-85EE-EEF365AF18A3}" type="parTrans" cxnId="{E309DA0F-D84E-4407-A2BB-2CC21DD59766}">
      <dgm:prSet/>
      <dgm:spPr/>
      <dgm:t>
        <a:bodyPr/>
        <a:lstStyle/>
        <a:p>
          <a:endParaRPr lang="en-US"/>
        </a:p>
      </dgm:t>
    </dgm:pt>
    <dgm:pt modelId="{F222BBA8-60F5-4532-AA18-730961A542B6}" type="sibTrans" cxnId="{E309DA0F-D84E-4407-A2BB-2CC21DD59766}">
      <dgm:prSet/>
      <dgm:spPr/>
      <dgm:t>
        <a:bodyPr/>
        <a:lstStyle/>
        <a:p>
          <a:endParaRPr lang="en-US"/>
        </a:p>
      </dgm:t>
    </dgm:pt>
    <dgm:pt modelId="{0B912456-3FDA-4A4D-8EFE-B19C75385B65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noProof="0" dirty="0"/>
            <a:t>Experiencia comprobable</a:t>
          </a:r>
        </a:p>
      </dgm:t>
    </dgm:pt>
    <dgm:pt modelId="{FA233D7D-F258-401C-83F0-E5BB3B90CB24}" type="parTrans" cxnId="{CDC8529C-04F2-46C0-A3B7-904BDF00BDE5}">
      <dgm:prSet/>
      <dgm:spPr/>
      <dgm:t>
        <a:bodyPr/>
        <a:lstStyle/>
        <a:p>
          <a:endParaRPr lang="en-US"/>
        </a:p>
      </dgm:t>
    </dgm:pt>
    <dgm:pt modelId="{DC850564-1FE1-4C6A-9038-3A9015209158}" type="sibTrans" cxnId="{CDC8529C-04F2-46C0-A3B7-904BDF00BDE5}">
      <dgm:prSet/>
      <dgm:spPr/>
      <dgm:t>
        <a:bodyPr/>
        <a:lstStyle/>
        <a:p>
          <a:endParaRPr lang="en-US"/>
        </a:p>
      </dgm:t>
    </dgm:pt>
    <dgm:pt modelId="{8ADDD37F-CB39-45A2-A596-AC5A94C8FF39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noProof="0" dirty="0"/>
            <a:t>Compromiso con la región</a:t>
          </a:r>
        </a:p>
      </dgm:t>
    </dgm:pt>
    <dgm:pt modelId="{0C1D5C10-89E2-4357-B095-89D2E94B91F6}" type="parTrans" cxnId="{8048275D-D51C-41E3-B9E0-189CBCA07EF0}">
      <dgm:prSet/>
      <dgm:spPr/>
      <dgm:t>
        <a:bodyPr/>
        <a:lstStyle/>
        <a:p>
          <a:endParaRPr lang="en-US"/>
        </a:p>
      </dgm:t>
    </dgm:pt>
    <dgm:pt modelId="{08744470-6D91-4290-A643-23825FB7ED6C}" type="sibTrans" cxnId="{8048275D-D51C-41E3-B9E0-189CBCA07EF0}">
      <dgm:prSet/>
      <dgm:spPr/>
      <dgm:t>
        <a:bodyPr/>
        <a:lstStyle/>
        <a:p>
          <a:endParaRPr lang="en-US"/>
        </a:p>
      </dgm:t>
    </dgm:pt>
    <dgm:pt modelId="{D6A1C2B1-A1A7-41FF-B9EA-9A8852E6CF88}" type="pres">
      <dgm:prSet presAssocID="{7F1298C2-7A11-4314-BCCC-A92454F308BA}" presName="root" presStyleCnt="0">
        <dgm:presLayoutVars>
          <dgm:dir/>
          <dgm:resizeHandles val="exact"/>
        </dgm:presLayoutVars>
      </dgm:prSet>
      <dgm:spPr/>
    </dgm:pt>
    <dgm:pt modelId="{6A7145AC-467D-4DBE-92A4-DF3FE74DD1FD}" type="pres">
      <dgm:prSet presAssocID="{E94CD3A2-FACF-478F-88F1-EF7E57229143}" presName="compNode" presStyleCnt="0"/>
      <dgm:spPr/>
    </dgm:pt>
    <dgm:pt modelId="{1B94244A-A2D5-4C1C-A96A-8FA187B0EA37}" type="pres">
      <dgm:prSet presAssocID="{E94CD3A2-FACF-478F-88F1-EF7E5722914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7E53CDE-E70F-4417-B835-A2A3CA1D1D5F}" type="pres">
      <dgm:prSet presAssocID="{E94CD3A2-FACF-478F-88F1-EF7E57229143}" presName="spaceRect" presStyleCnt="0"/>
      <dgm:spPr/>
    </dgm:pt>
    <dgm:pt modelId="{A58AC934-CF19-47BA-8E0C-BC9176E32B2C}" type="pres">
      <dgm:prSet presAssocID="{E94CD3A2-FACF-478F-88F1-EF7E57229143}" presName="textRect" presStyleLbl="revTx" presStyleIdx="0" presStyleCnt="4">
        <dgm:presLayoutVars>
          <dgm:chMax val="1"/>
          <dgm:chPref val="1"/>
        </dgm:presLayoutVars>
      </dgm:prSet>
      <dgm:spPr/>
    </dgm:pt>
    <dgm:pt modelId="{2E68BCED-15D7-4891-B2A5-A8BBF1355B25}" type="pres">
      <dgm:prSet presAssocID="{9AD280F6-8BB9-4A92-A62B-838F249255D1}" presName="sibTrans" presStyleCnt="0"/>
      <dgm:spPr/>
    </dgm:pt>
    <dgm:pt modelId="{5F50BE07-D845-4640-95EA-4452E0E6F0A0}" type="pres">
      <dgm:prSet presAssocID="{0463AE3C-E17F-42E4-BB42-DB59B6645E06}" presName="compNode" presStyleCnt="0"/>
      <dgm:spPr/>
    </dgm:pt>
    <dgm:pt modelId="{8ADBF364-4BDA-4160-9D89-15A5B3301B78}" type="pres">
      <dgm:prSet presAssocID="{0463AE3C-E17F-42E4-BB42-DB59B6645E0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CBAC9B5B-CFA3-494B-B667-245E1FB9EE4F}" type="pres">
      <dgm:prSet presAssocID="{0463AE3C-E17F-42E4-BB42-DB59B6645E06}" presName="spaceRect" presStyleCnt="0"/>
      <dgm:spPr/>
    </dgm:pt>
    <dgm:pt modelId="{A7891313-CB9C-4CD0-8973-E96BE6DEE28B}" type="pres">
      <dgm:prSet presAssocID="{0463AE3C-E17F-42E4-BB42-DB59B6645E06}" presName="textRect" presStyleLbl="revTx" presStyleIdx="1" presStyleCnt="4">
        <dgm:presLayoutVars>
          <dgm:chMax val="1"/>
          <dgm:chPref val="1"/>
        </dgm:presLayoutVars>
      </dgm:prSet>
      <dgm:spPr/>
    </dgm:pt>
    <dgm:pt modelId="{E29FEA8E-C1B5-4F93-920C-2336CF60D910}" type="pres">
      <dgm:prSet presAssocID="{F222BBA8-60F5-4532-AA18-730961A542B6}" presName="sibTrans" presStyleCnt="0"/>
      <dgm:spPr/>
    </dgm:pt>
    <dgm:pt modelId="{AAE64132-5773-4122-A3CD-461729CD5CE7}" type="pres">
      <dgm:prSet presAssocID="{0B912456-3FDA-4A4D-8EFE-B19C75385B65}" presName="compNode" presStyleCnt="0"/>
      <dgm:spPr/>
    </dgm:pt>
    <dgm:pt modelId="{B409E853-FB4C-4FB2-A2B1-05EE7BF00933}" type="pres">
      <dgm:prSet presAssocID="{0B912456-3FDA-4A4D-8EFE-B19C75385B6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D80F715B-4605-40A9-A862-F8201241CCE1}" type="pres">
      <dgm:prSet presAssocID="{0B912456-3FDA-4A4D-8EFE-B19C75385B65}" presName="spaceRect" presStyleCnt="0"/>
      <dgm:spPr/>
    </dgm:pt>
    <dgm:pt modelId="{0A9800D4-8735-4B7F-9A71-1BC536A83ED8}" type="pres">
      <dgm:prSet presAssocID="{0B912456-3FDA-4A4D-8EFE-B19C75385B65}" presName="textRect" presStyleLbl="revTx" presStyleIdx="2" presStyleCnt="4">
        <dgm:presLayoutVars>
          <dgm:chMax val="1"/>
          <dgm:chPref val="1"/>
        </dgm:presLayoutVars>
      </dgm:prSet>
      <dgm:spPr/>
    </dgm:pt>
    <dgm:pt modelId="{15EAFC59-C5CB-47AB-8431-C697F885CF0C}" type="pres">
      <dgm:prSet presAssocID="{DC850564-1FE1-4C6A-9038-3A9015209158}" presName="sibTrans" presStyleCnt="0"/>
      <dgm:spPr/>
    </dgm:pt>
    <dgm:pt modelId="{FEE0464D-76A5-4941-806E-522A0F0CB7FF}" type="pres">
      <dgm:prSet presAssocID="{8ADDD37F-CB39-45A2-A596-AC5A94C8FF39}" presName="compNode" presStyleCnt="0"/>
      <dgm:spPr/>
    </dgm:pt>
    <dgm:pt modelId="{FAA41651-493B-403B-8329-D2FD90FA6A2F}" type="pres">
      <dgm:prSet presAssocID="{8ADDD37F-CB39-45A2-A596-AC5A94C8FF3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47B086A0-400B-45F9-88DC-F4BF5BAA2624}" type="pres">
      <dgm:prSet presAssocID="{8ADDD37F-CB39-45A2-A596-AC5A94C8FF39}" presName="spaceRect" presStyleCnt="0"/>
      <dgm:spPr/>
    </dgm:pt>
    <dgm:pt modelId="{F9E16F5C-3840-4760-BDDD-7B98FAB403B3}" type="pres">
      <dgm:prSet presAssocID="{8ADDD37F-CB39-45A2-A596-AC5A94C8FF3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CA93F05-5452-4ADE-9228-E3D7DE159B67}" type="presOf" srcId="{E94CD3A2-FACF-478F-88F1-EF7E57229143}" destId="{A58AC934-CF19-47BA-8E0C-BC9176E32B2C}" srcOrd="0" destOrd="0" presId="urn:microsoft.com/office/officeart/2018/2/layout/IconLabelList"/>
    <dgm:cxn modelId="{E309DA0F-D84E-4407-A2BB-2CC21DD59766}" srcId="{7F1298C2-7A11-4314-BCCC-A92454F308BA}" destId="{0463AE3C-E17F-42E4-BB42-DB59B6645E06}" srcOrd="1" destOrd="0" parTransId="{46BC5D21-47AC-404B-85EE-EEF365AF18A3}" sibTransId="{F222BBA8-60F5-4532-AA18-730961A542B6}"/>
    <dgm:cxn modelId="{ADF9FE2A-6973-42BD-93CB-36924FDD544A}" type="presOf" srcId="{7F1298C2-7A11-4314-BCCC-A92454F308BA}" destId="{D6A1C2B1-A1A7-41FF-B9EA-9A8852E6CF88}" srcOrd="0" destOrd="0" presId="urn:microsoft.com/office/officeart/2018/2/layout/IconLabelList"/>
    <dgm:cxn modelId="{8048275D-D51C-41E3-B9E0-189CBCA07EF0}" srcId="{7F1298C2-7A11-4314-BCCC-A92454F308BA}" destId="{8ADDD37F-CB39-45A2-A596-AC5A94C8FF39}" srcOrd="3" destOrd="0" parTransId="{0C1D5C10-89E2-4357-B095-89D2E94B91F6}" sibTransId="{08744470-6D91-4290-A643-23825FB7ED6C}"/>
    <dgm:cxn modelId="{93F0C49B-5F54-4E8D-94E5-FF6D0FC023ED}" type="presOf" srcId="{8ADDD37F-CB39-45A2-A596-AC5A94C8FF39}" destId="{F9E16F5C-3840-4760-BDDD-7B98FAB403B3}" srcOrd="0" destOrd="0" presId="urn:microsoft.com/office/officeart/2018/2/layout/IconLabelList"/>
    <dgm:cxn modelId="{CDC8529C-04F2-46C0-A3B7-904BDF00BDE5}" srcId="{7F1298C2-7A11-4314-BCCC-A92454F308BA}" destId="{0B912456-3FDA-4A4D-8EFE-B19C75385B65}" srcOrd="2" destOrd="0" parTransId="{FA233D7D-F258-401C-83F0-E5BB3B90CB24}" sibTransId="{DC850564-1FE1-4C6A-9038-3A9015209158}"/>
    <dgm:cxn modelId="{E801F2A0-1015-4CF8-80C6-A3F8F86CD7F6}" type="presOf" srcId="{0463AE3C-E17F-42E4-BB42-DB59B6645E06}" destId="{A7891313-CB9C-4CD0-8973-E96BE6DEE28B}" srcOrd="0" destOrd="0" presId="urn:microsoft.com/office/officeart/2018/2/layout/IconLabelList"/>
    <dgm:cxn modelId="{AF960DBC-5802-465E-ADF0-35C557F901A7}" srcId="{7F1298C2-7A11-4314-BCCC-A92454F308BA}" destId="{E94CD3A2-FACF-478F-88F1-EF7E57229143}" srcOrd="0" destOrd="0" parTransId="{2E4657BD-4F52-4B2C-8DF3-C8FEF7870D1E}" sibTransId="{9AD280F6-8BB9-4A92-A62B-838F249255D1}"/>
    <dgm:cxn modelId="{3AE20ED7-D163-4F24-9468-48A06E32DBE8}" type="presOf" srcId="{0B912456-3FDA-4A4D-8EFE-B19C75385B65}" destId="{0A9800D4-8735-4B7F-9A71-1BC536A83ED8}" srcOrd="0" destOrd="0" presId="urn:microsoft.com/office/officeart/2018/2/layout/IconLabelList"/>
    <dgm:cxn modelId="{A37F449E-5CDA-4EB2-B1FB-7F8292FAC355}" type="presParOf" srcId="{D6A1C2B1-A1A7-41FF-B9EA-9A8852E6CF88}" destId="{6A7145AC-467D-4DBE-92A4-DF3FE74DD1FD}" srcOrd="0" destOrd="0" presId="urn:microsoft.com/office/officeart/2018/2/layout/IconLabelList"/>
    <dgm:cxn modelId="{028373DA-3274-4D03-BA6E-476785506CEB}" type="presParOf" srcId="{6A7145AC-467D-4DBE-92A4-DF3FE74DD1FD}" destId="{1B94244A-A2D5-4C1C-A96A-8FA187B0EA37}" srcOrd="0" destOrd="0" presId="urn:microsoft.com/office/officeart/2018/2/layout/IconLabelList"/>
    <dgm:cxn modelId="{42138B04-5AFE-44F0-868A-75675D9A71F8}" type="presParOf" srcId="{6A7145AC-467D-4DBE-92A4-DF3FE74DD1FD}" destId="{97E53CDE-E70F-4417-B835-A2A3CA1D1D5F}" srcOrd="1" destOrd="0" presId="urn:microsoft.com/office/officeart/2018/2/layout/IconLabelList"/>
    <dgm:cxn modelId="{C1BA7CC6-F9EC-47BD-BFCF-F4AA8E28C73C}" type="presParOf" srcId="{6A7145AC-467D-4DBE-92A4-DF3FE74DD1FD}" destId="{A58AC934-CF19-47BA-8E0C-BC9176E32B2C}" srcOrd="2" destOrd="0" presId="urn:microsoft.com/office/officeart/2018/2/layout/IconLabelList"/>
    <dgm:cxn modelId="{D5D859DB-EDF5-496C-BC6A-1C62685445AA}" type="presParOf" srcId="{D6A1C2B1-A1A7-41FF-B9EA-9A8852E6CF88}" destId="{2E68BCED-15D7-4891-B2A5-A8BBF1355B25}" srcOrd="1" destOrd="0" presId="urn:microsoft.com/office/officeart/2018/2/layout/IconLabelList"/>
    <dgm:cxn modelId="{14DEF3EE-2C57-4F6E-A852-D0F052679643}" type="presParOf" srcId="{D6A1C2B1-A1A7-41FF-B9EA-9A8852E6CF88}" destId="{5F50BE07-D845-4640-95EA-4452E0E6F0A0}" srcOrd="2" destOrd="0" presId="urn:microsoft.com/office/officeart/2018/2/layout/IconLabelList"/>
    <dgm:cxn modelId="{9A6380F2-D2B4-45CE-9829-6A77ACFC6A08}" type="presParOf" srcId="{5F50BE07-D845-4640-95EA-4452E0E6F0A0}" destId="{8ADBF364-4BDA-4160-9D89-15A5B3301B78}" srcOrd="0" destOrd="0" presId="urn:microsoft.com/office/officeart/2018/2/layout/IconLabelList"/>
    <dgm:cxn modelId="{7CAAE450-0082-49E1-8A8C-DA36BB1D514B}" type="presParOf" srcId="{5F50BE07-D845-4640-95EA-4452E0E6F0A0}" destId="{CBAC9B5B-CFA3-494B-B667-245E1FB9EE4F}" srcOrd="1" destOrd="0" presId="urn:microsoft.com/office/officeart/2018/2/layout/IconLabelList"/>
    <dgm:cxn modelId="{7FAEE630-1353-4626-8CFA-226838B4D573}" type="presParOf" srcId="{5F50BE07-D845-4640-95EA-4452E0E6F0A0}" destId="{A7891313-CB9C-4CD0-8973-E96BE6DEE28B}" srcOrd="2" destOrd="0" presId="urn:microsoft.com/office/officeart/2018/2/layout/IconLabelList"/>
    <dgm:cxn modelId="{D11D430A-2AF4-4911-8CD4-8E0C1199EC2E}" type="presParOf" srcId="{D6A1C2B1-A1A7-41FF-B9EA-9A8852E6CF88}" destId="{E29FEA8E-C1B5-4F93-920C-2336CF60D910}" srcOrd="3" destOrd="0" presId="urn:microsoft.com/office/officeart/2018/2/layout/IconLabelList"/>
    <dgm:cxn modelId="{F811A5FE-3B8F-4E20-88DF-3957D3436772}" type="presParOf" srcId="{D6A1C2B1-A1A7-41FF-B9EA-9A8852E6CF88}" destId="{AAE64132-5773-4122-A3CD-461729CD5CE7}" srcOrd="4" destOrd="0" presId="urn:microsoft.com/office/officeart/2018/2/layout/IconLabelList"/>
    <dgm:cxn modelId="{6208DC85-7D83-412F-9483-4C7FBED46BE7}" type="presParOf" srcId="{AAE64132-5773-4122-A3CD-461729CD5CE7}" destId="{B409E853-FB4C-4FB2-A2B1-05EE7BF00933}" srcOrd="0" destOrd="0" presId="urn:microsoft.com/office/officeart/2018/2/layout/IconLabelList"/>
    <dgm:cxn modelId="{0DDC8381-C4AE-46B4-9D07-67A535126BD3}" type="presParOf" srcId="{AAE64132-5773-4122-A3CD-461729CD5CE7}" destId="{D80F715B-4605-40A9-A862-F8201241CCE1}" srcOrd="1" destOrd="0" presId="urn:microsoft.com/office/officeart/2018/2/layout/IconLabelList"/>
    <dgm:cxn modelId="{865DF017-18B6-4C86-AD88-7CCC6A812ED5}" type="presParOf" srcId="{AAE64132-5773-4122-A3CD-461729CD5CE7}" destId="{0A9800D4-8735-4B7F-9A71-1BC536A83ED8}" srcOrd="2" destOrd="0" presId="urn:microsoft.com/office/officeart/2018/2/layout/IconLabelList"/>
    <dgm:cxn modelId="{B4988E7C-CF86-41BD-99FB-D86EB2617E61}" type="presParOf" srcId="{D6A1C2B1-A1A7-41FF-B9EA-9A8852E6CF88}" destId="{15EAFC59-C5CB-47AB-8431-C697F885CF0C}" srcOrd="5" destOrd="0" presId="urn:microsoft.com/office/officeart/2018/2/layout/IconLabelList"/>
    <dgm:cxn modelId="{83E1432E-ABCD-4305-A836-64A7071BB2B3}" type="presParOf" srcId="{D6A1C2B1-A1A7-41FF-B9EA-9A8852E6CF88}" destId="{FEE0464D-76A5-4941-806E-522A0F0CB7FF}" srcOrd="6" destOrd="0" presId="urn:microsoft.com/office/officeart/2018/2/layout/IconLabelList"/>
    <dgm:cxn modelId="{3BBBE50C-CC5B-4777-829C-D2000F835209}" type="presParOf" srcId="{FEE0464D-76A5-4941-806E-522A0F0CB7FF}" destId="{FAA41651-493B-403B-8329-D2FD90FA6A2F}" srcOrd="0" destOrd="0" presId="urn:microsoft.com/office/officeart/2018/2/layout/IconLabelList"/>
    <dgm:cxn modelId="{644CEB50-31B3-4E6C-AE3D-882740A4DA95}" type="presParOf" srcId="{FEE0464D-76A5-4941-806E-522A0F0CB7FF}" destId="{47B086A0-400B-45F9-88DC-F4BF5BAA2624}" srcOrd="1" destOrd="0" presId="urn:microsoft.com/office/officeart/2018/2/layout/IconLabelList"/>
    <dgm:cxn modelId="{E7D49C91-D7F4-4FC9-B031-22F0126EB8D8}" type="presParOf" srcId="{FEE0464D-76A5-4941-806E-522A0F0CB7FF}" destId="{F9E16F5C-3840-4760-BDDD-7B98FAB403B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ED1AE8-8372-49D2-8F85-1FD008C47A2B}" type="doc">
      <dgm:prSet loTypeId="urn:microsoft.com/office/officeart/2008/layout/LinedList" loCatId="list" qsTypeId="urn:microsoft.com/office/officeart/2005/8/quickstyle/simple1#3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6F48A501-741B-49E0-BEDC-3188E4A63B4F}">
      <dgm:prSet/>
      <dgm:spPr/>
      <dgm:t>
        <a:bodyPr/>
        <a:lstStyle/>
        <a:p>
          <a:r>
            <a:rPr lang="es-CL" b="1" noProof="0" dirty="0"/>
            <a:t>Objetivos específicos</a:t>
          </a:r>
          <a:endParaRPr lang="es-CL" noProof="0" dirty="0"/>
        </a:p>
      </dgm:t>
    </dgm:pt>
    <dgm:pt modelId="{D38ACD63-3467-4C1D-9062-57A7BB85F2CE}" type="parTrans" cxnId="{6D5B79FE-C607-4E6A-BB69-79D155F0C3F7}">
      <dgm:prSet/>
      <dgm:spPr/>
      <dgm:t>
        <a:bodyPr/>
        <a:lstStyle/>
        <a:p>
          <a:endParaRPr lang="en-US"/>
        </a:p>
      </dgm:t>
    </dgm:pt>
    <dgm:pt modelId="{DA5F2D17-5C42-4A7C-BD25-305A11BF3671}" type="sibTrans" cxnId="{6D5B79FE-C607-4E6A-BB69-79D155F0C3F7}">
      <dgm:prSet/>
      <dgm:spPr/>
      <dgm:t>
        <a:bodyPr/>
        <a:lstStyle/>
        <a:p>
          <a:endParaRPr lang="en-US"/>
        </a:p>
      </dgm:t>
    </dgm:pt>
    <dgm:pt modelId="{7C4DA9BD-63DC-4C11-AC36-3E07B16DBE09}">
      <dgm:prSet/>
      <dgm:spPr/>
      <dgm:t>
        <a:bodyPr/>
        <a:lstStyle/>
        <a:p>
          <a:r>
            <a:rPr lang="es-CL" noProof="0" dirty="0"/>
            <a:t>Instalar una unidad productiva formal.</a:t>
          </a:r>
        </a:p>
      </dgm:t>
    </dgm:pt>
    <dgm:pt modelId="{CB832C5A-E8B3-4828-96B8-981631298D76}" type="parTrans" cxnId="{53C2B71A-219D-49BA-AF9E-503BA820C294}">
      <dgm:prSet/>
      <dgm:spPr/>
      <dgm:t>
        <a:bodyPr/>
        <a:lstStyle/>
        <a:p>
          <a:endParaRPr lang="en-US"/>
        </a:p>
      </dgm:t>
    </dgm:pt>
    <dgm:pt modelId="{71A7E4C6-AE2D-46F1-A947-89C57DEB0CEF}" type="sibTrans" cxnId="{53C2B71A-219D-49BA-AF9E-503BA820C294}">
      <dgm:prSet/>
      <dgm:spPr/>
      <dgm:t>
        <a:bodyPr/>
        <a:lstStyle/>
        <a:p>
          <a:endParaRPr lang="en-US"/>
        </a:p>
      </dgm:t>
    </dgm:pt>
    <dgm:pt modelId="{36C7A951-7290-4C0D-B6FD-51414ADE2DCF}">
      <dgm:prSet/>
      <dgm:spPr/>
      <dgm:t>
        <a:bodyPr/>
        <a:lstStyle/>
        <a:p>
          <a:r>
            <a:rPr lang="es-CL" noProof="0" dirty="0"/>
            <a:t>Generar entre 2 y 4 empleos iniciales.</a:t>
          </a:r>
        </a:p>
      </dgm:t>
    </dgm:pt>
    <dgm:pt modelId="{A86F25B2-70CB-4F79-B5AD-2D1BBA470F7A}" type="parTrans" cxnId="{8AADA5DB-E933-4E0B-AED1-777F6302E750}">
      <dgm:prSet/>
      <dgm:spPr/>
      <dgm:t>
        <a:bodyPr/>
        <a:lstStyle/>
        <a:p>
          <a:endParaRPr lang="en-US"/>
        </a:p>
      </dgm:t>
    </dgm:pt>
    <dgm:pt modelId="{A5BBB821-572A-40F1-8094-4456EAB023BA}" type="sibTrans" cxnId="{8AADA5DB-E933-4E0B-AED1-777F6302E750}">
      <dgm:prSet/>
      <dgm:spPr/>
      <dgm:t>
        <a:bodyPr/>
        <a:lstStyle/>
        <a:p>
          <a:endParaRPr lang="en-US"/>
        </a:p>
      </dgm:t>
    </dgm:pt>
    <dgm:pt modelId="{5FF1C8C3-6924-40A3-AA93-186F095F7F8C}">
      <dgm:prSet/>
      <dgm:spPr/>
      <dgm:t>
        <a:bodyPr/>
        <a:lstStyle/>
        <a:p>
          <a:r>
            <a:rPr lang="es-CL" noProof="0" dirty="0"/>
            <a:t>Producir mobiliario a medida y estandarizado.</a:t>
          </a:r>
        </a:p>
      </dgm:t>
    </dgm:pt>
    <dgm:pt modelId="{5A2C4C9B-E486-4EE8-A212-180AF8C430AD}" type="parTrans" cxnId="{EC386F7D-05C8-401E-B8A0-48DA52BC98BB}">
      <dgm:prSet/>
      <dgm:spPr/>
      <dgm:t>
        <a:bodyPr/>
        <a:lstStyle/>
        <a:p>
          <a:endParaRPr lang="en-US"/>
        </a:p>
      </dgm:t>
    </dgm:pt>
    <dgm:pt modelId="{E0BFB7D6-4E49-4F99-A3E9-C806EF3A823F}" type="sibTrans" cxnId="{EC386F7D-05C8-401E-B8A0-48DA52BC98BB}">
      <dgm:prSet/>
      <dgm:spPr/>
      <dgm:t>
        <a:bodyPr/>
        <a:lstStyle/>
        <a:p>
          <a:endParaRPr lang="en-US"/>
        </a:p>
      </dgm:t>
    </dgm:pt>
    <dgm:pt modelId="{3946E8FA-7E42-4CC7-B85D-5C676AE41559}">
      <dgm:prSet/>
      <dgm:spPr/>
      <dgm:t>
        <a:bodyPr/>
        <a:lstStyle/>
        <a:p>
          <a:r>
            <a:rPr lang="es-CL" noProof="0" dirty="0"/>
            <a:t>Atender a particulares, empresas y constructoras.</a:t>
          </a:r>
        </a:p>
      </dgm:t>
    </dgm:pt>
    <dgm:pt modelId="{510647DB-81BA-4EA5-A337-52FBDC0FA957}" type="parTrans" cxnId="{FCB25CEC-A872-4941-9711-FC81D0AA0C3B}">
      <dgm:prSet/>
      <dgm:spPr/>
      <dgm:t>
        <a:bodyPr/>
        <a:lstStyle/>
        <a:p>
          <a:endParaRPr lang="en-US"/>
        </a:p>
      </dgm:t>
    </dgm:pt>
    <dgm:pt modelId="{D873242C-0D2E-472A-8456-6E7D14B07055}" type="sibTrans" cxnId="{FCB25CEC-A872-4941-9711-FC81D0AA0C3B}">
      <dgm:prSet/>
      <dgm:spPr/>
      <dgm:t>
        <a:bodyPr/>
        <a:lstStyle/>
        <a:p>
          <a:endParaRPr lang="en-US"/>
        </a:p>
      </dgm:t>
    </dgm:pt>
    <dgm:pt modelId="{C6AD6E31-5D8B-4006-9079-6F0395AF5227}">
      <dgm:prSet/>
      <dgm:spPr/>
      <dgm:t>
        <a:bodyPr/>
        <a:lstStyle/>
        <a:p>
          <a:r>
            <a:rPr lang="es-CL" noProof="0" dirty="0"/>
            <a:t>Generar encadenamientos productivos locales.</a:t>
          </a:r>
        </a:p>
      </dgm:t>
    </dgm:pt>
    <dgm:pt modelId="{2DCBC000-2E7A-42A7-917B-761DD80A315A}" type="parTrans" cxnId="{2B9237F6-B6DD-4F7B-B8D7-8D449764C6AF}">
      <dgm:prSet/>
      <dgm:spPr/>
      <dgm:t>
        <a:bodyPr/>
        <a:lstStyle/>
        <a:p>
          <a:endParaRPr lang="en-US"/>
        </a:p>
      </dgm:t>
    </dgm:pt>
    <dgm:pt modelId="{52D1CC10-0A80-4184-AFC8-AB90A80580FF}" type="sibTrans" cxnId="{2B9237F6-B6DD-4F7B-B8D7-8D449764C6AF}">
      <dgm:prSet/>
      <dgm:spPr/>
      <dgm:t>
        <a:bodyPr/>
        <a:lstStyle/>
        <a:p>
          <a:endParaRPr lang="en-US"/>
        </a:p>
      </dgm:t>
    </dgm:pt>
    <dgm:pt modelId="{BD4C0A51-4218-402F-BE7C-8A0C21D98FD7}">
      <dgm:prSet/>
      <dgm:spPr/>
      <dgm:t>
        <a:bodyPr/>
        <a:lstStyle/>
        <a:p>
          <a:r>
            <a:rPr lang="es-CL" noProof="0" dirty="0"/>
            <a:t>Crecer progresivamente en capacidad y ventas.</a:t>
          </a:r>
        </a:p>
      </dgm:t>
    </dgm:pt>
    <dgm:pt modelId="{B1056FAA-C96A-4361-BA96-BF3385EED6B5}" type="parTrans" cxnId="{D742128C-C69B-4E3B-B452-3B39C5595F73}">
      <dgm:prSet/>
      <dgm:spPr/>
      <dgm:t>
        <a:bodyPr/>
        <a:lstStyle/>
        <a:p>
          <a:endParaRPr lang="en-US"/>
        </a:p>
      </dgm:t>
    </dgm:pt>
    <dgm:pt modelId="{81E681FA-4E6A-43E0-A8D2-814F0A8C8DF6}" type="sibTrans" cxnId="{D742128C-C69B-4E3B-B452-3B39C5595F73}">
      <dgm:prSet/>
      <dgm:spPr/>
      <dgm:t>
        <a:bodyPr/>
        <a:lstStyle/>
        <a:p>
          <a:endParaRPr lang="en-US"/>
        </a:p>
      </dgm:t>
    </dgm:pt>
    <dgm:pt modelId="{D5F59B00-EEC3-459E-9364-DF397FD152E1}" type="pres">
      <dgm:prSet presAssocID="{E9ED1AE8-8372-49D2-8F85-1FD008C47A2B}" presName="vert0" presStyleCnt="0">
        <dgm:presLayoutVars>
          <dgm:dir/>
          <dgm:animOne val="branch"/>
          <dgm:animLvl val="lvl"/>
        </dgm:presLayoutVars>
      </dgm:prSet>
      <dgm:spPr/>
    </dgm:pt>
    <dgm:pt modelId="{811252F7-35CD-4E14-9B5C-BE22744FAFC3}" type="pres">
      <dgm:prSet presAssocID="{6F48A501-741B-49E0-BEDC-3188E4A63B4F}" presName="thickLine" presStyleLbl="alignNode1" presStyleIdx="0" presStyleCnt="7"/>
      <dgm:spPr/>
    </dgm:pt>
    <dgm:pt modelId="{EB521562-B893-4A3C-B913-AE819782092A}" type="pres">
      <dgm:prSet presAssocID="{6F48A501-741B-49E0-BEDC-3188E4A63B4F}" presName="horz1" presStyleCnt="0"/>
      <dgm:spPr/>
    </dgm:pt>
    <dgm:pt modelId="{66F9E977-1C12-4BEF-BFEA-12EFAFC0D2FE}" type="pres">
      <dgm:prSet presAssocID="{6F48A501-741B-49E0-BEDC-3188E4A63B4F}" presName="tx1" presStyleLbl="revTx" presStyleIdx="0" presStyleCnt="7"/>
      <dgm:spPr/>
    </dgm:pt>
    <dgm:pt modelId="{148C555F-9A36-440D-B9CB-F014A6DEB5AC}" type="pres">
      <dgm:prSet presAssocID="{6F48A501-741B-49E0-BEDC-3188E4A63B4F}" presName="vert1" presStyleCnt="0"/>
      <dgm:spPr/>
    </dgm:pt>
    <dgm:pt modelId="{3B17B6E6-D045-4056-AFE6-D90D81EB5421}" type="pres">
      <dgm:prSet presAssocID="{7C4DA9BD-63DC-4C11-AC36-3E07B16DBE09}" presName="thickLine" presStyleLbl="alignNode1" presStyleIdx="1" presStyleCnt="7"/>
      <dgm:spPr/>
    </dgm:pt>
    <dgm:pt modelId="{DF08160D-6B04-4BC0-AA72-0BFCF2F65F5B}" type="pres">
      <dgm:prSet presAssocID="{7C4DA9BD-63DC-4C11-AC36-3E07B16DBE09}" presName="horz1" presStyleCnt="0"/>
      <dgm:spPr/>
    </dgm:pt>
    <dgm:pt modelId="{091F028D-809B-4569-95A7-3A17F93DEEF4}" type="pres">
      <dgm:prSet presAssocID="{7C4DA9BD-63DC-4C11-AC36-3E07B16DBE09}" presName="tx1" presStyleLbl="revTx" presStyleIdx="1" presStyleCnt="7"/>
      <dgm:spPr/>
    </dgm:pt>
    <dgm:pt modelId="{0DEF29CB-DA62-4DEE-A921-479F0896E517}" type="pres">
      <dgm:prSet presAssocID="{7C4DA9BD-63DC-4C11-AC36-3E07B16DBE09}" presName="vert1" presStyleCnt="0"/>
      <dgm:spPr/>
    </dgm:pt>
    <dgm:pt modelId="{41D984EC-A701-4E57-909E-709D3B92C10E}" type="pres">
      <dgm:prSet presAssocID="{36C7A951-7290-4C0D-B6FD-51414ADE2DCF}" presName="thickLine" presStyleLbl="alignNode1" presStyleIdx="2" presStyleCnt="7"/>
      <dgm:spPr/>
    </dgm:pt>
    <dgm:pt modelId="{87BBBC77-8B30-4967-98A1-97DA2FB32A7D}" type="pres">
      <dgm:prSet presAssocID="{36C7A951-7290-4C0D-B6FD-51414ADE2DCF}" presName="horz1" presStyleCnt="0"/>
      <dgm:spPr/>
    </dgm:pt>
    <dgm:pt modelId="{A4AE9CA8-E67B-4E32-95EC-728EA2CB7A16}" type="pres">
      <dgm:prSet presAssocID="{36C7A951-7290-4C0D-B6FD-51414ADE2DCF}" presName="tx1" presStyleLbl="revTx" presStyleIdx="2" presStyleCnt="7"/>
      <dgm:spPr/>
    </dgm:pt>
    <dgm:pt modelId="{AE8E8143-4BA6-452D-B1C8-ACDC8074D8A9}" type="pres">
      <dgm:prSet presAssocID="{36C7A951-7290-4C0D-B6FD-51414ADE2DCF}" presName="vert1" presStyleCnt="0"/>
      <dgm:spPr/>
    </dgm:pt>
    <dgm:pt modelId="{339299D5-7335-409A-9A62-A1D7E97810B8}" type="pres">
      <dgm:prSet presAssocID="{5FF1C8C3-6924-40A3-AA93-186F095F7F8C}" presName="thickLine" presStyleLbl="alignNode1" presStyleIdx="3" presStyleCnt="7"/>
      <dgm:spPr/>
    </dgm:pt>
    <dgm:pt modelId="{DE23D751-4E6C-43DC-9ACD-C69EE35D6B7B}" type="pres">
      <dgm:prSet presAssocID="{5FF1C8C3-6924-40A3-AA93-186F095F7F8C}" presName="horz1" presStyleCnt="0"/>
      <dgm:spPr/>
    </dgm:pt>
    <dgm:pt modelId="{B3B792F3-0918-44BC-A147-89A3B8FD65D3}" type="pres">
      <dgm:prSet presAssocID="{5FF1C8C3-6924-40A3-AA93-186F095F7F8C}" presName="tx1" presStyleLbl="revTx" presStyleIdx="3" presStyleCnt="7"/>
      <dgm:spPr/>
    </dgm:pt>
    <dgm:pt modelId="{B6B2AA2D-2EEB-42F4-B1DF-198DE15D99E0}" type="pres">
      <dgm:prSet presAssocID="{5FF1C8C3-6924-40A3-AA93-186F095F7F8C}" presName="vert1" presStyleCnt="0"/>
      <dgm:spPr/>
    </dgm:pt>
    <dgm:pt modelId="{106AB064-BAC2-42ED-AF72-616FB4B3D3C6}" type="pres">
      <dgm:prSet presAssocID="{3946E8FA-7E42-4CC7-B85D-5C676AE41559}" presName="thickLine" presStyleLbl="alignNode1" presStyleIdx="4" presStyleCnt="7"/>
      <dgm:spPr/>
    </dgm:pt>
    <dgm:pt modelId="{A77B7D59-AA3A-44B9-B6E0-0B0325079B96}" type="pres">
      <dgm:prSet presAssocID="{3946E8FA-7E42-4CC7-B85D-5C676AE41559}" presName="horz1" presStyleCnt="0"/>
      <dgm:spPr/>
    </dgm:pt>
    <dgm:pt modelId="{CB885D0C-5E70-420D-9DF9-92DDA44CA82E}" type="pres">
      <dgm:prSet presAssocID="{3946E8FA-7E42-4CC7-B85D-5C676AE41559}" presName="tx1" presStyleLbl="revTx" presStyleIdx="4" presStyleCnt="7"/>
      <dgm:spPr/>
    </dgm:pt>
    <dgm:pt modelId="{F379792F-6D2B-48BE-B113-CBE2488E5D85}" type="pres">
      <dgm:prSet presAssocID="{3946E8FA-7E42-4CC7-B85D-5C676AE41559}" presName="vert1" presStyleCnt="0"/>
      <dgm:spPr/>
    </dgm:pt>
    <dgm:pt modelId="{A6E2EEFB-6669-405A-9F8C-DF01BD1B50E7}" type="pres">
      <dgm:prSet presAssocID="{C6AD6E31-5D8B-4006-9079-6F0395AF5227}" presName="thickLine" presStyleLbl="alignNode1" presStyleIdx="5" presStyleCnt="7"/>
      <dgm:spPr/>
    </dgm:pt>
    <dgm:pt modelId="{3E5EAAEB-25C1-441A-8D11-CACAD17EC9A8}" type="pres">
      <dgm:prSet presAssocID="{C6AD6E31-5D8B-4006-9079-6F0395AF5227}" presName="horz1" presStyleCnt="0"/>
      <dgm:spPr/>
    </dgm:pt>
    <dgm:pt modelId="{8D6C7729-5838-4609-BF42-04FB2A2AE382}" type="pres">
      <dgm:prSet presAssocID="{C6AD6E31-5D8B-4006-9079-6F0395AF5227}" presName="tx1" presStyleLbl="revTx" presStyleIdx="5" presStyleCnt="7"/>
      <dgm:spPr/>
    </dgm:pt>
    <dgm:pt modelId="{63FA2663-DEEE-4702-9208-B2DDF3FA0315}" type="pres">
      <dgm:prSet presAssocID="{C6AD6E31-5D8B-4006-9079-6F0395AF5227}" presName="vert1" presStyleCnt="0"/>
      <dgm:spPr/>
    </dgm:pt>
    <dgm:pt modelId="{4303EF2C-38B4-4A30-B100-EE424224D8CF}" type="pres">
      <dgm:prSet presAssocID="{BD4C0A51-4218-402F-BE7C-8A0C21D98FD7}" presName="thickLine" presStyleLbl="alignNode1" presStyleIdx="6" presStyleCnt="7"/>
      <dgm:spPr/>
    </dgm:pt>
    <dgm:pt modelId="{22DF282A-73F3-4544-A394-0641C9BC9274}" type="pres">
      <dgm:prSet presAssocID="{BD4C0A51-4218-402F-BE7C-8A0C21D98FD7}" presName="horz1" presStyleCnt="0"/>
      <dgm:spPr/>
    </dgm:pt>
    <dgm:pt modelId="{E76B7878-98A4-447F-A0F3-1E98BA49EB3A}" type="pres">
      <dgm:prSet presAssocID="{BD4C0A51-4218-402F-BE7C-8A0C21D98FD7}" presName="tx1" presStyleLbl="revTx" presStyleIdx="6" presStyleCnt="7"/>
      <dgm:spPr/>
    </dgm:pt>
    <dgm:pt modelId="{225E7BF3-516C-40A6-AFC1-E83F4E3B12AF}" type="pres">
      <dgm:prSet presAssocID="{BD4C0A51-4218-402F-BE7C-8A0C21D98FD7}" presName="vert1" presStyleCnt="0"/>
      <dgm:spPr/>
    </dgm:pt>
  </dgm:ptLst>
  <dgm:cxnLst>
    <dgm:cxn modelId="{8D1E7108-D5EF-4013-B657-F2C0CCAD7947}" type="presOf" srcId="{3946E8FA-7E42-4CC7-B85D-5C676AE41559}" destId="{CB885D0C-5E70-420D-9DF9-92DDA44CA82E}" srcOrd="0" destOrd="0" presId="urn:microsoft.com/office/officeart/2008/layout/LinedList"/>
    <dgm:cxn modelId="{53C2B71A-219D-49BA-AF9E-503BA820C294}" srcId="{E9ED1AE8-8372-49D2-8F85-1FD008C47A2B}" destId="{7C4DA9BD-63DC-4C11-AC36-3E07B16DBE09}" srcOrd="1" destOrd="0" parTransId="{CB832C5A-E8B3-4828-96B8-981631298D76}" sibTransId="{71A7E4C6-AE2D-46F1-A947-89C57DEB0CEF}"/>
    <dgm:cxn modelId="{3AB77F33-67C6-4868-A6CA-32E5499030F3}" type="presOf" srcId="{BD4C0A51-4218-402F-BE7C-8A0C21D98FD7}" destId="{E76B7878-98A4-447F-A0F3-1E98BA49EB3A}" srcOrd="0" destOrd="0" presId="urn:microsoft.com/office/officeart/2008/layout/LinedList"/>
    <dgm:cxn modelId="{D95A0A3D-C314-4CFD-A920-F71BBF36C403}" type="presOf" srcId="{E9ED1AE8-8372-49D2-8F85-1FD008C47A2B}" destId="{D5F59B00-EEC3-459E-9364-DF397FD152E1}" srcOrd="0" destOrd="0" presId="urn:microsoft.com/office/officeart/2008/layout/LinedList"/>
    <dgm:cxn modelId="{7917BF3D-9438-436F-B28C-A5BC714CC2B1}" type="presOf" srcId="{C6AD6E31-5D8B-4006-9079-6F0395AF5227}" destId="{8D6C7729-5838-4609-BF42-04FB2A2AE382}" srcOrd="0" destOrd="0" presId="urn:microsoft.com/office/officeart/2008/layout/LinedList"/>
    <dgm:cxn modelId="{EC386F7D-05C8-401E-B8A0-48DA52BC98BB}" srcId="{E9ED1AE8-8372-49D2-8F85-1FD008C47A2B}" destId="{5FF1C8C3-6924-40A3-AA93-186F095F7F8C}" srcOrd="3" destOrd="0" parTransId="{5A2C4C9B-E486-4EE8-A212-180AF8C430AD}" sibTransId="{E0BFB7D6-4E49-4F99-A3E9-C806EF3A823F}"/>
    <dgm:cxn modelId="{DB6CF987-3CAC-4BBF-97C7-144A23AE0F1A}" type="presOf" srcId="{7C4DA9BD-63DC-4C11-AC36-3E07B16DBE09}" destId="{091F028D-809B-4569-95A7-3A17F93DEEF4}" srcOrd="0" destOrd="0" presId="urn:microsoft.com/office/officeart/2008/layout/LinedList"/>
    <dgm:cxn modelId="{D742128C-C69B-4E3B-B452-3B39C5595F73}" srcId="{E9ED1AE8-8372-49D2-8F85-1FD008C47A2B}" destId="{BD4C0A51-4218-402F-BE7C-8A0C21D98FD7}" srcOrd="6" destOrd="0" parTransId="{B1056FAA-C96A-4361-BA96-BF3385EED6B5}" sibTransId="{81E681FA-4E6A-43E0-A8D2-814F0A8C8DF6}"/>
    <dgm:cxn modelId="{D5A8A3B7-63C6-45FA-ABF9-4FA8A346B751}" type="presOf" srcId="{36C7A951-7290-4C0D-B6FD-51414ADE2DCF}" destId="{A4AE9CA8-E67B-4E32-95EC-728EA2CB7A16}" srcOrd="0" destOrd="0" presId="urn:microsoft.com/office/officeart/2008/layout/LinedList"/>
    <dgm:cxn modelId="{BEA88DD5-8483-4765-B5B9-FE6EC666E4A3}" type="presOf" srcId="{5FF1C8C3-6924-40A3-AA93-186F095F7F8C}" destId="{B3B792F3-0918-44BC-A147-89A3B8FD65D3}" srcOrd="0" destOrd="0" presId="urn:microsoft.com/office/officeart/2008/layout/LinedList"/>
    <dgm:cxn modelId="{8AADA5DB-E933-4E0B-AED1-777F6302E750}" srcId="{E9ED1AE8-8372-49D2-8F85-1FD008C47A2B}" destId="{36C7A951-7290-4C0D-B6FD-51414ADE2DCF}" srcOrd="2" destOrd="0" parTransId="{A86F25B2-70CB-4F79-B5AD-2D1BBA470F7A}" sibTransId="{A5BBB821-572A-40F1-8094-4456EAB023BA}"/>
    <dgm:cxn modelId="{7218AFE9-0112-4F27-9AB9-8F6F770498C1}" type="presOf" srcId="{6F48A501-741B-49E0-BEDC-3188E4A63B4F}" destId="{66F9E977-1C12-4BEF-BFEA-12EFAFC0D2FE}" srcOrd="0" destOrd="0" presId="urn:microsoft.com/office/officeart/2008/layout/LinedList"/>
    <dgm:cxn modelId="{FCB25CEC-A872-4941-9711-FC81D0AA0C3B}" srcId="{E9ED1AE8-8372-49D2-8F85-1FD008C47A2B}" destId="{3946E8FA-7E42-4CC7-B85D-5C676AE41559}" srcOrd="4" destOrd="0" parTransId="{510647DB-81BA-4EA5-A337-52FBDC0FA957}" sibTransId="{D873242C-0D2E-472A-8456-6E7D14B07055}"/>
    <dgm:cxn modelId="{2B9237F6-B6DD-4F7B-B8D7-8D449764C6AF}" srcId="{E9ED1AE8-8372-49D2-8F85-1FD008C47A2B}" destId="{C6AD6E31-5D8B-4006-9079-6F0395AF5227}" srcOrd="5" destOrd="0" parTransId="{2DCBC000-2E7A-42A7-917B-761DD80A315A}" sibTransId="{52D1CC10-0A80-4184-AFC8-AB90A80580FF}"/>
    <dgm:cxn modelId="{6D5B79FE-C607-4E6A-BB69-79D155F0C3F7}" srcId="{E9ED1AE8-8372-49D2-8F85-1FD008C47A2B}" destId="{6F48A501-741B-49E0-BEDC-3188E4A63B4F}" srcOrd="0" destOrd="0" parTransId="{D38ACD63-3467-4C1D-9062-57A7BB85F2CE}" sibTransId="{DA5F2D17-5C42-4A7C-BD25-305A11BF3671}"/>
    <dgm:cxn modelId="{3144B028-A4D0-4C94-8481-55FD72F59A7F}" type="presParOf" srcId="{D5F59B00-EEC3-459E-9364-DF397FD152E1}" destId="{811252F7-35CD-4E14-9B5C-BE22744FAFC3}" srcOrd="0" destOrd="0" presId="urn:microsoft.com/office/officeart/2008/layout/LinedList"/>
    <dgm:cxn modelId="{3597AD9B-8FA2-4FF7-B55B-7BA9D9C5DBD1}" type="presParOf" srcId="{D5F59B00-EEC3-459E-9364-DF397FD152E1}" destId="{EB521562-B893-4A3C-B913-AE819782092A}" srcOrd="1" destOrd="0" presId="urn:microsoft.com/office/officeart/2008/layout/LinedList"/>
    <dgm:cxn modelId="{13C9B5BC-27BA-491D-9CBD-DD83ACF6D5A4}" type="presParOf" srcId="{EB521562-B893-4A3C-B913-AE819782092A}" destId="{66F9E977-1C12-4BEF-BFEA-12EFAFC0D2FE}" srcOrd="0" destOrd="0" presId="urn:microsoft.com/office/officeart/2008/layout/LinedList"/>
    <dgm:cxn modelId="{C6B45445-16B6-4A4D-BF85-C179E488CDB8}" type="presParOf" srcId="{EB521562-B893-4A3C-B913-AE819782092A}" destId="{148C555F-9A36-440D-B9CB-F014A6DEB5AC}" srcOrd="1" destOrd="0" presId="urn:microsoft.com/office/officeart/2008/layout/LinedList"/>
    <dgm:cxn modelId="{6E78ED75-C1F9-4B9A-BF44-459AEA3F2AA5}" type="presParOf" srcId="{D5F59B00-EEC3-459E-9364-DF397FD152E1}" destId="{3B17B6E6-D045-4056-AFE6-D90D81EB5421}" srcOrd="2" destOrd="0" presId="urn:microsoft.com/office/officeart/2008/layout/LinedList"/>
    <dgm:cxn modelId="{36867441-6CFD-4565-8A80-C55A21602468}" type="presParOf" srcId="{D5F59B00-EEC3-459E-9364-DF397FD152E1}" destId="{DF08160D-6B04-4BC0-AA72-0BFCF2F65F5B}" srcOrd="3" destOrd="0" presId="urn:microsoft.com/office/officeart/2008/layout/LinedList"/>
    <dgm:cxn modelId="{FFA52D68-5EE3-45CD-B4B0-2E59448AA473}" type="presParOf" srcId="{DF08160D-6B04-4BC0-AA72-0BFCF2F65F5B}" destId="{091F028D-809B-4569-95A7-3A17F93DEEF4}" srcOrd="0" destOrd="0" presId="urn:microsoft.com/office/officeart/2008/layout/LinedList"/>
    <dgm:cxn modelId="{90187F17-0955-4589-82C6-1EB1DF55494E}" type="presParOf" srcId="{DF08160D-6B04-4BC0-AA72-0BFCF2F65F5B}" destId="{0DEF29CB-DA62-4DEE-A921-479F0896E517}" srcOrd="1" destOrd="0" presId="urn:microsoft.com/office/officeart/2008/layout/LinedList"/>
    <dgm:cxn modelId="{AAB7D8E4-19F0-4FF4-A043-0F9E50C8390F}" type="presParOf" srcId="{D5F59B00-EEC3-459E-9364-DF397FD152E1}" destId="{41D984EC-A701-4E57-909E-709D3B92C10E}" srcOrd="4" destOrd="0" presId="urn:microsoft.com/office/officeart/2008/layout/LinedList"/>
    <dgm:cxn modelId="{3E01D8B2-23A3-4C7B-9BB8-4F719207D705}" type="presParOf" srcId="{D5F59B00-EEC3-459E-9364-DF397FD152E1}" destId="{87BBBC77-8B30-4967-98A1-97DA2FB32A7D}" srcOrd="5" destOrd="0" presId="urn:microsoft.com/office/officeart/2008/layout/LinedList"/>
    <dgm:cxn modelId="{456E3FAC-FD02-40C5-B621-3EE6CF2F7745}" type="presParOf" srcId="{87BBBC77-8B30-4967-98A1-97DA2FB32A7D}" destId="{A4AE9CA8-E67B-4E32-95EC-728EA2CB7A16}" srcOrd="0" destOrd="0" presId="urn:microsoft.com/office/officeart/2008/layout/LinedList"/>
    <dgm:cxn modelId="{A7DAC005-4FA9-45F3-A9EC-50974851700F}" type="presParOf" srcId="{87BBBC77-8B30-4967-98A1-97DA2FB32A7D}" destId="{AE8E8143-4BA6-452D-B1C8-ACDC8074D8A9}" srcOrd="1" destOrd="0" presId="urn:microsoft.com/office/officeart/2008/layout/LinedList"/>
    <dgm:cxn modelId="{8AD76EF9-34CA-4A58-A1B5-A8E816232F04}" type="presParOf" srcId="{D5F59B00-EEC3-459E-9364-DF397FD152E1}" destId="{339299D5-7335-409A-9A62-A1D7E97810B8}" srcOrd="6" destOrd="0" presId="urn:microsoft.com/office/officeart/2008/layout/LinedList"/>
    <dgm:cxn modelId="{25579984-093F-4C29-AB13-29D16FDDEFE1}" type="presParOf" srcId="{D5F59B00-EEC3-459E-9364-DF397FD152E1}" destId="{DE23D751-4E6C-43DC-9ACD-C69EE35D6B7B}" srcOrd="7" destOrd="0" presId="urn:microsoft.com/office/officeart/2008/layout/LinedList"/>
    <dgm:cxn modelId="{F372EACA-BD06-46F7-8456-D6940137C70F}" type="presParOf" srcId="{DE23D751-4E6C-43DC-9ACD-C69EE35D6B7B}" destId="{B3B792F3-0918-44BC-A147-89A3B8FD65D3}" srcOrd="0" destOrd="0" presId="urn:microsoft.com/office/officeart/2008/layout/LinedList"/>
    <dgm:cxn modelId="{E48FD98C-BF94-4ED3-A78D-B872FD6F5AAA}" type="presParOf" srcId="{DE23D751-4E6C-43DC-9ACD-C69EE35D6B7B}" destId="{B6B2AA2D-2EEB-42F4-B1DF-198DE15D99E0}" srcOrd="1" destOrd="0" presId="urn:microsoft.com/office/officeart/2008/layout/LinedList"/>
    <dgm:cxn modelId="{5778A638-1BD6-4163-8251-D8C769359741}" type="presParOf" srcId="{D5F59B00-EEC3-459E-9364-DF397FD152E1}" destId="{106AB064-BAC2-42ED-AF72-616FB4B3D3C6}" srcOrd="8" destOrd="0" presId="urn:microsoft.com/office/officeart/2008/layout/LinedList"/>
    <dgm:cxn modelId="{F1C2DA58-EBC2-4DC4-9983-C86B7D114118}" type="presParOf" srcId="{D5F59B00-EEC3-459E-9364-DF397FD152E1}" destId="{A77B7D59-AA3A-44B9-B6E0-0B0325079B96}" srcOrd="9" destOrd="0" presId="urn:microsoft.com/office/officeart/2008/layout/LinedList"/>
    <dgm:cxn modelId="{7C1D86AE-BCB0-469B-9662-7828C33FF9D0}" type="presParOf" srcId="{A77B7D59-AA3A-44B9-B6E0-0B0325079B96}" destId="{CB885D0C-5E70-420D-9DF9-92DDA44CA82E}" srcOrd="0" destOrd="0" presId="urn:microsoft.com/office/officeart/2008/layout/LinedList"/>
    <dgm:cxn modelId="{488B158B-7F18-4F93-BE1D-C918BF51A029}" type="presParOf" srcId="{A77B7D59-AA3A-44B9-B6E0-0B0325079B96}" destId="{F379792F-6D2B-48BE-B113-CBE2488E5D85}" srcOrd="1" destOrd="0" presId="urn:microsoft.com/office/officeart/2008/layout/LinedList"/>
    <dgm:cxn modelId="{8EE7E4B2-7B57-4B12-BAB4-D80C952CFF57}" type="presParOf" srcId="{D5F59B00-EEC3-459E-9364-DF397FD152E1}" destId="{A6E2EEFB-6669-405A-9F8C-DF01BD1B50E7}" srcOrd="10" destOrd="0" presId="urn:microsoft.com/office/officeart/2008/layout/LinedList"/>
    <dgm:cxn modelId="{A6CA69E2-18DB-437C-A051-DC4A0A78D0C0}" type="presParOf" srcId="{D5F59B00-EEC3-459E-9364-DF397FD152E1}" destId="{3E5EAAEB-25C1-441A-8D11-CACAD17EC9A8}" srcOrd="11" destOrd="0" presId="urn:microsoft.com/office/officeart/2008/layout/LinedList"/>
    <dgm:cxn modelId="{7C20E383-8BDC-4D16-874E-C03AC98EDED1}" type="presParOf" srcId="{3E5EAAEB-25C1-441A-8D11-CACAD17EC9A8}" destId="{8D6C7729-5838-4609-BF42-04FB2A2AE382}" srcOrd="0" destOrd="0" presId="urn:microsoft.com/office/officeart/2008/layout/LinedList"/>
    <dgm:cxn modelId="{7FF0811F-D691-4AD1-9AC5-14F0B8327871}" type="presParOf" srcId="{3E5EAAEB-25C1-441A-8D11-CACAD17EC9A8}" destId="{63FA2663-DEEE-4702-9208-B2DDF3FA0315}" srcOrd="1" destOrd="0" presId="urn:microsoft.com/office/officeart/2008/layout/LinedList"/>
    <dgm:cxn modelId="{31091FDE-D3AA-4591-996E-961175600EE8}" type="presParOf" srcId="{D5F59B00-EEC3-459E-9364-DF397FD152E1}" destId="{4303EF2C-38B4-4A30-B100-EE424224D8CF}" srcOrd="12" destOrd="0" presId="urn:microsoft.com/office/officeart/2008/layout/LinedList"/>
    <dgm:cxn modelId="{E3828FC6-8542-49FF-8C3C-9532E1E6631F}" type="presParOf" srcId="{D5F59B00-EEC3-459E-9364-DF397FD152E1}" destId="{22DF282A-73F3-4544-A394-0641C9BC9274}" srcOrd="13" destOrd="0" presId="urn:microsoft.com/office/officeart/2008/layout/LinedList"/>
    <dgm:cxn modelId="{24B58435-CFAC-48CB-931C-F31243227B93}" type="presParOf" srcId="{22DF282A-73F3-4544-A394-0641C9BC9274}" destId="{E76B7878-98A4-447F-A0F3-1E98BA49EB3A}" srcOrd="0" destOrd="0" presId="urn:microsoft.com/office/officeart/2008/layout/LinedList"/>
    <dgm:cxn modelId="{A7F41DD5-A2E7-4E55-8D8A-3A300A111381}" type="presParOf" srcId="{22DF282A-73F3-4544-A394-0641C9BC9274}" destId="{225E7BF3-516C-40A6-AFC1-E83F4E3B12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491CB57-3853-4ECB-86A9-0FE786B96B94}" type="doc">
      <dgm:prSet loTypeId="urn:microsoft.com/office/officeart/2008/layout/LinedList" loCatId="list" qsTypeId="urn:microsoft.com/office/officeart/2005/8/quickstyle/simple1#4" qsCatId="simple" csTypeId="urn:microsoft.com/office/officeart/2005/8/colors/accent1_2#2" csCatId="accent1"/>
      <dgm:spPr/>
      <dgm:t>
        <a:bodyPr/>
        <a:lstStyle/>
        <a:p>
          <a:endParaRPr lang="en-US"/>
        </a:p>
      </dgm:t>
    </dgm:pt>
    <dgm:pt modelId="{F08A8A85-B8EA-4938-B96B-AA5E4825C4A2}">
      <dgm:prSet/>
      <dgm:spPr/>
      <dgm:t>
        <a:bodyPr/>
        <a:lstStyle/>
        <a:p>
          <a:r>
            <a:rPr lang="es-CL" b="1" noProof="0" dirty="0"/>
            <a:t>PROCESO PRODUCTIVO</a:t>
          </a:r>
          <a:endParaRPr lang="es-CL" noProof="0" dirty="0"/>
        </a:p>
      </dgm:t>
    </dgm:pt>
    <dgm:pt modelId="{1C321A76-10EB-44A4-BF92-5041460D5074}" type="parTrans" cxnId="{E7CAFE5E-3259-449C-AD13-8849F7875270}">
      <dgm:prSet/>
      <dgm:spPr/>
      <dgm:t>
        <a:bodyPr/>
        <a:lstStyle/>
        <a:p>
          <a:endParaRPr lang="en-US"/>
        </a:p>
      </dgm:t>
    </dgm:pt>
    <dgm:pt modelId="{709B1D3C-E002-4F0C-8072-D9BA7CA41008}" type="sibTrans" cxnId="{E7CAFE5E-3259-449C-AD13-8849F7875270}">
      <dgm:prSet/>
      <dgm:spPr/>
      <dgm:t>
        <a:bodyPr/>
        <a:lstStyle/>
        <a:p>
          <a:endParaRPr lang="en-US"/>
        </a:p>
      </dgm:t>
    </dgm:pt>
    <dgm:pt modelId="{60F0439A-D5F6-4E59-B1F4-35713C526E63}">
      <dgm:prSet/>
      <dgm:spPr/>
      <dgm:t>
        <a:bodyPr/>
        <a:lstStyle/>
        <a:p>
          <a:r>
            <a:rPr lang="es-CL" noProof="0" dirty="0"/>
            <a:t>Recepción del pedido</a:t>
          </a:r>
        </a:p>
      </dgm:t>
    </dgm:pt>
    <dgm:pt modelId="{AD5E402A-9F0E-427B-964C-3281C6542693}" type="parTrans" cxnId="{EC3D39F2-ABA0-4DD8-AB94-FC6C79C9E65F}">
      <dgm:prSet/>
      <dgm:spPr/>
      <dgm:t>
        <a:bodyPr/>
        <a:lstStyle/>
        <a:p>
          <a:endParaRPr lang="en-US"/>
        </a:p>
      </dgm:t>
    </dgm:pt>
    <dgm:pt modelId="{775FB99C-C80B-4F25-84BF-24747FE66589}" type="sibTrans" cxnId="{EC3D39F2-ABA0-4DD8-AB94-FC6C79C9E65F}">
      <dgm:prSet/>
      <dgm:spPr/>
      <dgm:t>
        <a:bodyPr/>
        <a:lstStyle/>
        <a:p>
          <a:endParaRPr lang="en-US"/>
        </a:p>
      </dgm:t>
    </dgm:pt>
    <dgm:pt modelId="{8CA3BC3D-34D8-47F2-AB0E-F4E6992D3B81}">
      <dgm:prSet/>
      <dgm:spPr/>
      <dgm:t>
        <a:bodyPr/>
        <a:lstStyle/>
        <a:p>
          <a:r>
            <a:rPr lang="es-CL" noProof="0" dirty="0"/>
            <a:t>Diseño y cubicación</a:t>
          </a:r>
        </a:p>
      </dgm:t>
    </dgm:pt>
    <dgm:pt modelId="{B4551734-19EF-450E-96C6-F5702C6EC44E}" type="parTrans" cxnId="{7C1EACDA-14DA-45E9-8999-66AD13EAE014}">
      <dgm:prSet/>
      <dgm:spPr/>
      <dgm:t>
        <a:bodyPr/>
        <a:lstStyle/>
        <a:p>
          <a:endParaRPr lang="en-US"/>
        </a:p>
      </dgm:t>
    </dgm:pt>
    <dgm:pt modelId="{DD163DF2-E87C-41D4-AC0B-7B5E0AC402A7}" type="sibTrans" cxnId="{7C1EACDA-14DA-45E9-8999-66AD13EAE014}">
      <dgm:prSet/>
      <dgm:spPr/>
      <dgm:t>
        <a:bodyPr/>
        <a:lstStyle/>
        <a:p>
          <a:endParaRPr lang="en-US"/>
        </a:p>
      </dgm:t>
    </dgm:pt>
    <dgm:pt modelId="{9DA0A58A-4CFA-4B0E-BB75-9290BDD49B33}">
      <dgm:prSet/>
      <dgm:spPr/>
      <dgm:t>
        <a:bodyPr/>
        <a:lstStyle/>
        <a:p>
          <a:r>
            <a:rPr lang="es-CL" noProof="0" dirty="0"/>
            <a:t>Presupuesto</a:t>
          </a:r>
        </a:p>
      </dgm:t>
    </dgm:pt>
    <dgm:pt modelId="{DE3FC3BE-1338-4C62-AF29-44B06ED14243}" type="parTrans" cxnId="{FD506454-6A3F-48AD-A24B-BE6FB3AEF93D}">
      <dgm:prSet/>
      <dgm:spPr/>
      <dgm:t>
        <a:bodyPr/>
        <a:lstStyle/>
        <a:p>
          <a:endParaRPr lang="en-US"/>
        </a:p>
      </dgm:t>
    </dgm:pt>
    <dgm:pt modelId="{FF53E23A-9017-4C8C-B565-EA7C832F6B2F}" type="sibTrans" cxnId="{FD506454-6A3F-48AD-A24B-BE6FB3AEF93D}">
      <dgm:prSet/>
      <dgm:spPr/>
      <dgm:t>
        <a:bodyPr/>
        <a:lstStyle/>
        <a:p>
          <a:endParaRPr lang="en-US"/>
        </a:p>
      </dgm:t>
    </dgm:pt>
    <dgm:pt modelId="{F688EC3E-DADC-4D85-8413-1F69687A6171}">
      <dgm:prSet/>
      <dgm:spPr/>
      <dgm:t>
        <a:bodyPr/>
        <a:lstStyle/>
        <a:p>
          <a:r>
            <a:rPr lang="es-CL" noProof="0" dirty="0"/>
            <a:t>Compra de materiales</a:t>
          </a:r>
        </a:p>
      </dgm:t>
    </dgm:pt>
    <dgm:pt modelId="{0391BB04-335A-49DD-92D2-DB3AB40A9DEC}" type="parTrans" cxnId="{829FAA2A-BF98-473F-87D6-388112EFDD96}">
      <dgm:prSet/>
      <dgm:spPr/>
      <dgm:t>
        <a:bodyPr/>
        <a:lstStyle/>
        <a:p>
          <a:endParaRPr lang="en-US"/>
        </a:p>
      </dgm:t>
    </dgm:pt>
    <dgm:pt modelId="{99E0A24B-DA4D-4EAC-8751-F1B78B783A40}" type="sibTrans" cxnId="{829FAA2A-BF98-473F-87D6-388112EFDD96}">
      <dgm:prSet/>
      <dgm:spPr/>
      <dgm:t>
        <a:bodyPr/>
        <a:lstStyle/>
        <a:p>
          <a:endParaRPr lang="en-US"/>
        </a:p>
      </dgm:t>
    </dgm:pt>
    <dgm:pt modelId="{F08F83DB-3466-408D-8B05-BD761455EC5E}">
      <dgm:prSet/>
      <dgm:spPr/>
      <dgm:t>
        <a:bodyPr/>
        <a:lstStyle/>
        <a:p>
          <a:r>
            <a:rPr lang="es-CL" noProof="0" dirty="0"/>
            <a:t>Corte y dimensionado</a:t>
          </a:r>
        </a:p>
      </dgm:t>
    </dgm:pt>
    <dgm:pt modelId="{CEBFD6AA-1C1C-4A3F-87D6-B370489249F6}" type="parTrans" cxnId="{7B967988-E892-4B08-8A4E-123CAE6B7421}">
      <dgm:prSet/>
      <dgm:spPr/>
      <dgm:t>
        <a:bodyPr/>
        <a:lstStyle/>
        <a:p>
          <a:endParaRPr lang="en-US"/>
        </a:p>
      </dgm:t>
    </dgm:pt>
    <dgm:pt modelId="{4AD20DC0-ADE8-4CCD-B3A1-D92121480C28}" type="sibTrans" cxnId="{7B967988-E892-4B08-8A4E-123CAE6B7421}">
      <dgm:prSet/>
      <dgm:spPr/>
      <dgm:t>
        <a:bodyPr/>
        <a:lstStyle/>
        <a:p>
          <a:endParaRPr lang="en-US"/>
        </a:p>
      </dgm:t>
    </dgm:pt>
    <dgm:pt modelId="{8CF9C755-F845-4A57-8CED-E1807ABC8E8F}">
      <dgm:prSet/>
      <dgm:spPr/>
      <dgm:t>
        <a:bodyPr/>
        <a:lstStyle/>
        <a:p>
          <a:r>
            <a:rPr lang="es-CL" noProof="0" dirty="0"/>
            <a:t>Perforado y mecanizado</a:t>
          </a:r>
        </a:p>
      </dgm:t>
    </dgm:pt>
    <dgm:pt modelId="{3F8D4C3A-CB69-4D6B-88A4-805C049BFF21}" type="parTrans" cxnId="{100AC448-1DC9-47A4-8DB0-8A0EAD6638BB}">
      <dgm:prSet/>
      <dgm:spPr/>
      <dgm:t>
        <a:bodyPr/>
        <a:lstStyle/>
        <a:p>
          <a:endParaRPr lang="en-US"/>
        </a:p>
      </dgm:t>
    </dgm:pt>
    <dgm:pt modelId="{448D14DC-BE3F-4F3C-9DA3-D7A6CBEC702A}" type="sibTrans" cxnId="{100AC448-1DC9-47A4-8DB0-8A0EAD6638BB}">
      <dgm:prSet/>
      <dgm:spPr/>
      <dgm:t>
        <a:bodyPr/>
        <a:lstStyle/>
        <a:p>
          <a:endParaRPr lang="en-US"/>
        </a:p>
      </dgm:t>
    </dgm:pt>
    <dgm:pt modelId="{A9ED0A87-DD20-4484-8C70-67793AF58343}">
      <dgm:prSet/>
      <dgm:spPr/>
      <dgm:t>
        <a:bodyPr/>
        <a:lstStyle/>
        <a:p>
          <a:r>
            <a:rPr lang="es-CL" noProof="0" dirty="0"/>
            <a:t>Armado</a:t>
          </a:r>
        </a:p>
      </dgm:t>
    </dgm:pt>
    <dgm:pt modelId="{CAA6ECC7-D506-4B54-9354-25965E677E53}" type="parTrans" cxnId="{81727A34-06E3-422B-A712-C5A15CF3CD7D}">
      <dgm:prSet/>
      <dgm:spPr/>
      <dgm:t>
        <a:bodyPr/>
        <a:lstStyle/>
        <a:p>
          <a:endParaRPr lang="en-US"/>
        </a:p>
      </dgm:t>
    </dgm:pt>
    <dgm:pt modelId="{EB723B52-CE59-4284-B532-B9A3F9632FD6}" type="sibTrans" cxnId="{81727A34-06E3-422B-A712-C5A15CF3CD7D}">
      <dgm:prSet/>
      <dgm:spPr/>
      <dgm:t>
        <a:bodyPr/>
        <a:lstStyle/>
        <a:p>
          <a:endParaRPr lang="en-US"/>
        </a:p>
      </dgm:t>
    </dgm:pt>
    <dgm:pt modelId="{8A504267-A588-4021-B27D-A14813668D0D}">
      <dgm:prSet/>
      <dgm:spPr/>
      <dgm:t>
        <a:bodyPr/>
        <a:lstStyle/>
        <a:p>
          <a:r>
            <a:rPr lang="es-CL" noProof="0" dirty="0"/>
            <a:t>Lijado</a:t>
          </a:r>
        </a:p>
      </dgm:t>
    </dgm:pt>
    <dgm:pt modelId="{3DB55C31-D1BA-4B7B-B8CB-4F70E42D27DD}" type="parTrans" cxnId="{3355D5E1-5DDD-4484-B212-1325FEA010EA}">
      <dgm:prSet/>
      <dgm:spPr/>
      <dgm:t>
        <a:bodyPr/>
        <a:lstStyle/>
        <a:p>
          <a:endParaRPr lang="en-US"/>
        </a:p>
      </dgm:t>
    </dgm:pt>
    <dgm:pt modelId="{7C4B01AE-B381-421F-A696-B24C456046C0}" type="sibTrans" cxnId="{3355D5E1-5DDD-4484-B212-1325FEA010EA}">
      <dgm:prSet/>
      <dgm:spPr/>
      <dgm:t>
        <a:bodyPr/>
        <a:lstStyle/>
        <a:p>
          <a:endParaRPr lang="en-US"/>
        </a:p>
      </dgm:t>
    </dgm:pt>
    <dgm:pt modelId="{517BB03C-EA0B-4610-95FA-B6ED294619EC}">
      <dgm:prSet/>
      <dgm:spPr/>
      <dgm:t>
        <a:bodyPr/>
        <a:lstStyle/>
        <a:p>
          <a:r>
            <a:rPr lang="es-CL" noProof="0" dirty="0"/>
            <a:t>Terminaciones</a:t>
          </a:r>
        </a:p>
      </dgm:t>
    </dgm:pt>
    <dgm:pt modelId="{BEF1136E-5266-4CB8-9589-C829CFDD0FF2}" type="parTrans" cxnId="{F02EE6FE-9095-4C1E-8997-45212311101B}">
      <dgm:prSet/>
      <dgm:spPr/>
      <dgm:t>
        <a:bodyPr/>
        <a:lstStyle/>
        <a:p>
          <a:endParaRPr lang="en-US"/>
        </a:p>
      </dgm:t>
    </dgm:pt>
    <dgm:pt modelId="{3298690A-48D7-452B-A6B8-E16FE0983237}" type="sibTrans" cxnId="{F02EE6FE-9095-4C1E-8997-45212311101B}">
      <dgm:prSet/>
      <dgm:spPr/>
      <dgm:t>
        <a:bodyPr/>
        <a:lstStyle/>
        <a:p>
          <a:endParaRPr lang="en-US"/>
        </a:p>
      </dgm:t>
    </dgm:pt>
    <dgm:pt modelId="{9AD2E741-F90F-48C4-9EC5-DA40C11AEAB0}">
      <dgm:prSet/>
      <dgm:spPr/>
      <dgm:t>
        <a:bodyPr/>
        <a:lstStyle/>
        <a:p>
          <a:r>
            <a:rPr lang="es-CL" noProof="0" dirty="0"/>
            <a:t>Control de calidad</a:t>
          </a:r>
        </a:p>
      </dgm:t>
    </dgm:pt>
    <dgm:pt modelId="{15C404AD-4360-4955-B929-82DA20BC3163}" type="parTrans" cxnId="{E79B7B83-177C-48A6-B46C-D328CA331624}">
      <dgm:prSet/>
      <dgm:spPr/>
      <dgm:t>
        <a:bodyPr/>
        <a:lstStyle/>
        <a:p>
          <a:endParaRPr lang="en-US"/>
        </a:p>
      </dgm:t>
    </dgm:pt>
    <dgm:pt modelId="{3C0D8E48-4127-4F8A-974C-8BEC2E31850F}" type="sibTrans" cxnId="{E79B7B83-177C-48A6-B46C-D328CA331624}">
      <dgm:prSet/>
      <dgm:spPr/>
      <dgm:t>
        <a:bodyPr/>
        <a:lstStyle/>
        <a:p>
          <a:endParaRPr lang="en-US"/>
        </a:p>
      </dgm:t>
    </dgm:pt>
    <dgm:pt modelId="{54973130-7841-456A-B375-F05024B85EC9}">
      <dgm:prSet/>
      <dgm:spPr/>
      <dgm:t>
        <a:bodyPr/>
        <a:lstStyle/>
        <a:p>
          <a:r>
            <a:rPr lang="es-CL" noProof="0" dirty="0"/>
            <a:t>Embalaje</a:t>
          </a:r>
        </a:p>
      </dgm:t>
    </dgm:pt>
    <dgm:pt modelId="{09169A68-C32A-4FFC-8A2D-C659278FCF42}" type="parTrans" cxnId="{DEA8787C-E751-4ED9-AC4C-969FFB54EC2B}">
      <dgm:prSet/>
      <dgm:spPr/>
      <dgm:t>
        <a:bodyPr/>
        <a:lstStyle/>
        <a:p>
          <a:endParaRPr lang="en-US"/>
        </a:p>
      </dgm:t>
    </dgm:pt>
    <dgm:pt modelId="{5D7BC384-42FB-4BDE-943F-5DED0E7ED4CE}" type="sibTrans" cxnId="{DEA8787C-E751-4ED9-AC4C-969FFB54EC2B}">
      <dgm:prSet/>
      <dgm:spPr/>
      <dgm:t>
        <a:bodyPr/>
        <a:lstStyle/>
        <a:p>
          <a:endParaRPr lang="en-US"/>
        </a:p>
      </dgm:t>
    </dgm:pt>
    <dgm:pt modelId="{4A35FEEC-9B07-4DE8-BE4C-267E90E230C7}">
      <dgm:prSet/>
      <dgm:spPr/>
      <dgm:t>
        <a:bodyPr/>
        <a:lstStyle/>
        <a:p>
          <a:r>
            <a:rPr lang="es-CL" noProof="0" dirty="0"/>
            <a:t>Despacho e instalación</a:t>
          </a:r>
        </a:p>
      </dgm:t>
    </dgm:pt>
    <dgm:pt modelId="{61C749D6-ED11-4B1F-B909-6B67789B1AA9}" type="parTrans" cxnId="{2C5CC12F-9E67-434B-A8B0-E5B3E27F7D05}">
      <dgm:prSet/>
      <dgm:spPr/>
      <dgm:t>
        <a:bodyPr/>
        <a:lstStyle/>
        <a:p>
          <a:endParaRPr lang="en-US"/>
        </a:p>
      </dgm:t>
    </dgm:pt>
    <dgm:pt modelId="{86B9FF98-C863-4B50-B7CA-9251D07F8A17}" type="sibTrans" cxnId="{2C5CC12F-9E67-434B-A8B0-E5B3E27F7D05}">
      <dgm:prSet/>
      <dgm:spPr/>
      <dgm:t>
        <a:bodyPr/>
        <a:lstStyle/>
        <a:p>
          <a:endParaRPr lang="en-US"/>
        </a:p>
      </dgm:t>
    </dgm:pt>
    <dgm:pt modelId="{E191104A-AB32-4329-A90D-CA1441989578}" type="pres">
      <dgm:prSet presAssocID="{8491CB57-3853-4ECB-86A9-0FE786B96B94}" presName="vert0" presStyleCnt="0">
        <dgm:presLayoutVars>
          <dgm:dir/>
          <dgm:animOne val="branch"/>
          <dgm:animLvl val="lvl"/>
        </dgm:presLayoutVars>
      </dgm:prSet>
      <dgm:spPr/>
    </dgm:pt>
    <dgm:pt modelId="{D8B03048-2059-445E-A03B-F4A8022CFD11}" type="pres">
      <dgm:prSet presAssocID="{F08A8A85-B8EA-4938-B96B-AA5E4825C4A2}" presName="thickLine" presStyleLbl="alignNode1" presStyleIdx="0" presStyleCnt="1"/>
      <dgm:spPr/>
    </dgm:pt>
    <dgm:pt modelId="{27A92EA5-1725-4159-9FBB-76A01DCB06EF}" type="pres">
      <dgm:prSet presAssocID="{F08A8A85-B8EA-4938-B96B-AA5E4825C4A2}" presName="horz1" presStyleCnt="0"/>
      <dgm:spPr/>
    </dgm:pt>
    <dgm:pt modelId="{58E8BCBA-31F7-44A8-8E02-4C1BEB2E9CB1}" type="pres">
      <dgm:prSet presAssocID="{F08A8A85-B8EA-4938-B96B-AA5E4825C4A2}" presName="tx1" presStyleLbl="revTx" presStyleIdx="0" presStyleCnt="13"/>
      <dgm:spPr/>
    </dgm:pt>
    <dgm:pt modelId="{32B20D31-4364-4270-88D7-522D3AA9F37D}" type="pres">
      <dgm:prSet presAssocID="{F08A8A85-B8EA-4938-B96B-AA5E4825C4A2}" presName="vert1" presStyleCnt="0"/>
      <dgm:spPr/>
    </dgm:pt>
    <dgm:pt modelId="{D625D1AA-247E-4280-A22B-719677463048}" type="pres">
      <dgm:prSet presAssocID="{60F0439A-D5F6-4E59-B1F4-35713C526E63}" presName="vertSpace2a" presStyleCnt="0"/>
      <dgm:spPr/>
    </dgm:pt>
    <dgm:pt modelId="{8722ED03-B0A5-4CEB-9949-65AB39134C20}" type="pres">
      <dgm:prSet presAssocID="{60F0439A-D5F6-4E59-B1F4-35713C526E63}" presName="horz2" presStyleCnt="0"/>
      <dgm:spPr/>
    </dgm:pt>
    <dgm:pt modelId="{CAA5C86D-2A04-489C-85F3-4A745F70E899}" type="pres">
      <dgm:prSet presAssocID="{60F0439A-D5F6-4E59-B1F4-35713C526E63}" presName="horzSpace2" presStyleCnt="0"/>
      <dgm:spPr/>
    </dgm:pt>
    <dgm:pt modelId="{39300EAC-1B44-4EC1-9616-E5799704A1C5}" type="pres">
      <dgm:prSet presAssocID="{60F0439A-D5F6-4E59-B1F4-35713C526E63}" presName="tx2" presStyleLbl="revTx" presStyleIdx="1" presStyleCnt="13"/>
      <dgm:spPr/>
    </dgm:pt>
    <dgm:pt modelId="{227B22CD-58DF-4746-864D-88762266BA56}" type="pres">
      <dgm:prSet presAssocID="{60F0439A-D5F6-4E59-B1F4-35713C526E63}" presName="vert2" presStyleCnt="0"/>
      <dgm:spPr/>
    </dgm:pt>
    <dgm:pt modelId="{ED63CC00-9D71-4D96-9B41-1C1D991B74EE}" type="pres">
      <dgm:prSet presAssocID="{60F0439A-D5F6-4E59-B1F4-35713C526E63}" presName="thinLine2b" presStyleLbl="callout" presStyleIdx="0" presStyleCnt="12"/>
      <dgm:spPr/>
    </dgm:pt>
    <dgm:pt modelId="{388582BE-7AE7-44B0-9071-1C4C089650C3}" type="pres">
      <dgm:prSet presAssocID="{60F0439A-D5F6-4E59-B1F4-35713C526E63}" presName="vertSpace2b" presStyleCnt="0"/>
      <dgm:spPr/>
    </dgm:pt>
    <dgm:pt modelId="{F1839153-7EA8-48C6-8C85-AD96A376C457}" type="pres">
      <dgm:prSet presAssocID="{8CA3BC3D-34D8-47F2-AB0E-F4E6992D3B81}" presName="horz2" presStyleCnt="0"/>
      <dgm:spPr/>
    </dgm:pt>
    <dgm:pt modelId="{16B5CEF6-56B9-4842-86EA-FE182B49480E}" type="pres">
      <dgm:prSet presAssocID="{8CA3BC3D-34D8-47F2-AB0E-F4E6992D3B81}" presName="horzSpace2" presStyleCnt="0"/>
      <dgm:spPr/>
    </dgm:pt>
    <dgm:pt modelId="{CD9600BF-9509-4F01-B9F4-DB304376E20F}" type="pres">
      <dgm:prSet presAssocID="{8CA3BC3D-34D8-47F2-AB0E-F4E6992D3B81}" presName="tx2" presStyleLbl="revTx" presStyleIdx="2" presStyleCnt="13"/>
      <dgm:spPr/>
    </dgm:pt>
    <dgm:pt modelId="{BA6B0D8B-FB59-4EE5-9936-9E2439ADA378}" type="pres">
      <dgm:prSet presAssocID="{8CA3BC3D-34D8-47F2-AB0E-F4E6992D3B81}" presName="vert2" presStyleCnt="0"/>
      <dgm:spPr/>
    </dgm:pt>
    <dgm:pt modelId="{6B3BBA27-FED1-4D75-96EF-86FA56EB7ADF}" type="pres">
      <dgm:prSet presAssocID="{8CA3BC3D-34D8-47F2-AB0E-F4E6992D3B81}" presName="thinLine2b" presStyleLbl="callout" presStyleIdx="1" presStyleCnt="12"/>
      <dgm:spPr/>
    </dgm:pt>
    <dgm:pt modelId="{CF4235FD-3991-4EA6-893D-6FAB193EF448}" type="pres">
      <dgm:prSet presAssocID="{8CA3BC3D-34D8-47F2-AB0E-F4E6992D3B81}" presName="vertSpace2b" presStyleCnt="0"/>
      <dgm:spPr/>
    </dgm:pt>
    <dgm:pt modelId="{9D52A0D6-A2C4-4450-AEE6-3C7AD0360DAB}" type="pres">
      <dgm:prSet presAssocID="{9DA0A58A-4CFA-4B0E-BB75-9290BDD49B33}" presName="horz2" presStyleCnt="0"/>
      <dgm:spPr/>
    </dgm:pt>
    <dgm:pt modelId="{F9790B25-98C0-48D5-9B33-7E0061DAB0FE}" type="pres">
      <dgm:prSet presAssocID="{9DA0A58A-4CFA-4B0E-BB75-9290BDD49B33}" presName="horzSpace2" presStyleCnt="0"/>
      <dgm:spPr/>
    </dgm:pt>
    <dgm:pt modelId="{C304E9D5-429A-4041-BE4D-3E2AA086016D}" type="pres">
      <dgm:prSet presAssocID="{9DA0A58A-4CFA-4B0E-BB75-9290BDD49B33}" presName="tx2" presStyleLbl="revTx" presStyleIdx="3" presStyleCnt="13"/>
      <dgm:spPr/>
    </dgm:pt>
    <dgm:pt modelId="{79DDC3F4-3DD2-4BD9-B1A7-31C71B193E20}" type="pres">
      <dgm:prSet presAssocID="{9DA0A58A-4CFA-4B0E-BB75-9290BDD49B33}" presName="vert2" presStyleCnt="0"/>
      <dgm:spPr/>
    </dgm:pt>
    <dgm:pt modelId="{405395F3-9934-4F47-AE92-EA267A44BB84}" type="pres">
      <dgm:prSet presAssocID="{9DA0A58A-4CFA-4B0E-BB75-9290BDD49B33}" presName="thinLine2b" presStyleLbl="callout" presStyleIdx="2" presStyleCnt="12"/>
      <dgm:spPr/>
    </dgm:pt>
    <dgm:pt modelId="{470BE28C-B74E-45FA-A46F-C0E51ED6ED1B}" type="pres">
      <dgm:prSet presAssocID="{9DA0A58A-4CFA-4B0E-BB75-9290BDD49B33}" presName="vertSpace2b" presStyleCnt="0"/>
      <dgm:spPr/>
    </dgm:pt>
    <dgm:pt modelId="{80B5B562-B9CE-461E-88D6-B7EC6F6361D5}" type="pres">
      <dgm:prSet presAssocID="{F688EC3E-DADC-4D85-8413-1F69687A6171}" presName="horz2" presStyleCnt="0"/>
      <dgm:spPr/>
    </dgm:pt>
    <dgm:pt modelId="{D283CB0A-D91F-4824-8649-5D6C9BA82ED7}" type="pres">
      <dgm:prSet presAssocID="{F688EC3E-DADC-4D85-8413-1F69687A6171}" presName="horzSpace2" presStyleCnt="0"/>
      <dgm:spPr/>
    </dgm:pt>
    <dgm:pt modelId="{C4C7F9AE-689D-419A-ADB1-76C52FC39065}" type="pres">
      <dgm:prSet presAssocID="{F688EC3E-DADC-4D85-8413-1F69687A6171}" presName="tx2" presStyleLbl="revTx" presStyleIdx="4" presStyleCnt="13"/>
      <dgm:spPr/>
    </dgm:pt>
    <dgm:pt modelId="{84F83505-A69F-49F5-B871-E64EAE203F54}" type="pres">
      <dgm:prSet presAssocID="{F688EC3E-DADC-4D85-8413-1F69687A6171}" presName="vert2" presStyleCnt="0"/>
      <dgm:spPr/>
    </dgm:pt>
    <dgm:pt modelId="{E4409248-452B-4682-A3ED-64848F0AA0D5}" type="pres">
      <dgm:prSet presAssocID="{F688EC3E-DADC-4D85-8413-1F69687A6171}" presName="thinLine2b" presStyleLbl="callout" presStyleIdx="3" presStyleCnt="12"/>
      <dgm:spPr/>
    </dgm:pt>
    <dgm:pt modelId="{D85C6879-5E3B-4537-9FFF-80DD238568B1}" type="pres">
      <dgm:prSet presAssocID="{F688EC3E-DADC-4D85-8413-1F69687A6171}" presName="vertSpace2b" presStyleCnt="0"/>
      <dgm:spPr/>
    </dgm:pt>
    <dgm:pt modelId="{746373C0-ACA1-4242-996E-E4637CD9E626}" type="pres">
      <dgm:prSet presAssocID="{F08F83DB-3466-408D-8B05-BD761455EC5E}" presName="horz2" presStyleCnt="0"/>
      <dgm:spPr/>
    </dgm:pt>
    <dgm:pt modelId="{D40425C6-B9D1-4A0A-A8E7-73D3629DF24B}" type="pres">
      <dgm:prSet presAssocID="{F08F83DB-3466-408D-8B05-BD761455EC5E}" presName="horzSpace2" presStyleCnt="0"/>
      <dgm:spPr/>
    </dgm:pt>
    <dgm:pt modelId="{5D372EF5-FE79-474F-A60E-8A86E9DACE26}" type="pres">
      <dgm:prSet presAssocID="{F08F83DB-3466-408D-8B05-BD761455EC5E}" presName="tx2" presStyleLbl="revTx" presStyleIdx="5" presStyleCnt="13"/>
      <dgm:spPr/>
    </dgm:pt>
    <dgm:pt modelId="{21C87A0F-7595-4EB7-9A95-D9B76F712438}" type="pres">
      <dgm:prSet presAssocID="{F08F83DB-3466-408D-8B05-BD761455EC5E}" presName="vert2" presStyleCnt="0"/>
      <dgm:spPr/>
    </dgm:pt>
    <dgm:pt modelId="{EB9B9284-2390-42E4-9A70-BC305C26EC84}" type="pres">
      <dgm:prSet presAssocID="{F08F83DB-3466-408D-8B05-BD761455EC5E}" presName="thinLine2b" presStyleLbl="callout" presStyleIdx="4" presStyleCnt="12"/>
      <dgm:spPr/>
    </dgm:pt>
    <dgm:pt modelId="{123C53E2-D537-45F4-A08C-87F8623C5430}" type="pres">
      <dgm:prSet presAssocID="{F08F83DB-3466-408D-8B05-BD761455EC5E}" presName="vertSpace2b" presStyleCnt="0"/>
      <dgm:spPr/>
    </dgm:pt>
    <dgm:pt modelId="{9C31C432-6C58-4D4A-B973-AE3D0E7275B4}" type="pres">
      <dgm:prSet presAssocID="{8CF9C755-F845-4A57-8CED-E1807ABC8E8F}" presName="horz2" presStyleCnt="0"/>
      <dgm:spPr/>
    </dgm:pt>
    <dgm:pt modelId="{783FE2DF-6CA1-4741-AD2B-E4DC58B0BC28}" type="pres">
      <dgm:prSet presAssocID="{8CF9C755-F845-4A57-8CED-E1807ABC8E8F}" presName="horzSpace2" presStyleCnt="0"/>
      <dgm:spPr/>
    </dgm:pt>
    <dgm:pt modelId="{C7F62165-1536-44CF-A241-6F8832C5D2EB}" type="pres">
      <dgm:prSet presAssocID="{8CF9C755-F845-4A57-8CED-E1807ABC8E8F}" presName="tx2" presStyleLbl="revTx" presStyleIdx="6" presStyleCnt="13"/>
      <dgm:spPr/>
    </dgm:pt>
    <dgm:pt modelId="{CE992629-A74F-40D5-BDFE-EC8570543323}" type="pres">
      <dgm:prSet presAssocID="{8CF9C755-F845-4A57-8CED-E1807ABC8E8F}" presName="vert2" presStyleCnt="0"/>
      <dgm:spPr/>
    </dgm:pt>
    <dgm:pt modelId="{297E14D0-886C-49EA-9305-819CC41290A2}" type="pres">
      <dgm:prSet presAssocID="{8CF9C755-F845-4A57-8CED-E1807ABC8E8F}" presName="thinLine2b" presStyleLbl="callout" presStyleIdx="5" presStyleCnt="12"/>
      <dgm:spPr/>
    </dgm:pt>
    <dgm:pt modelId="{B97DB516-62AD-4061-AEE5-1146C370676C}" type="pres">
      <dgm:prSet presAssocID="{8CF9C755-F845-4A57-8CED-E1807ABC8E8F}" presName="vertSpace2b" presStyleCnt="0"/>
      <dgm:spPr/>
    </dgm:pt>
    <dgm:pt modelId="{AE17078C-BB86-4678-8FE9-CB12613B8EE6}" type="pres">
      <dgm:prSet presAssocID="{A9ED0A87-DD20-4484-8C70-67793AF58343}" presName="horz2" presStyleCnt="0"/>
      <dgm:spPr/>
    </dgm:pt>
    <dgm:pt modelId="{B66459E8-88E5-4A1F-A556-1B893C73DE65}" type="pres">
      <dgm:prSet presAssocID="{A9ED0A87-DD20-4484-8C70-67793AF58343}" presName="horzSpace2" presStyleCnt="0"/>
      <dgm:spPr/>
    </dgm:pt>
    <dgm:pt modelId="{15C08EAE-C880-4796-8FE2-8D5AC6394199}" type="pres">
      <dgm:prSet presAssocID="{A9ED0A87-DD20-4484-8C70-67793AF58343}" presName="tx2" presStyleLbl="revTx" presStyleIdx="7" presStyleCnt="13"/>
      <dgm:spPr/>
    </dgm:pt>
    <dgm:pt modelId="{D951F321-D706-45E6-89F3-EF3C73BDE242}" type="pres">
      <dgm:prSet presAssocID="{A9ED0A87-DD20-4484-8C70-67793AF58343}" presName="vert2" presStyleCnt="0"/>
      <dgm:spPr/>
    </dgm:pt>
    <dgm:pt modelId="{E7496E57-3A92-4D0F-AE82-01878FE3A5A9}" type="pres">
      <dgm:prSet presAssocID="{A9ED0A87-DD20-4484-8C70-67793AF58343}" presName="thinLine2b" presStyleLbl="callout" presStyleIdx="6" presStyleCnt="12"/>
      <dgm:spPr/>
    </dgm:pt>
    <dgm:pt modelId="{230FF1A7-40AB-4131-8CB7-FA170D8F2302}" type="pres">
      <dgm:prSet presAssocID="{A9ED0A87-DD20-4484-8C70-67793AF58343}" presName="vertSpace2b" presStyleCnt="0"/>
      <dgm:spPr/>
    </dgm:pt>
    <dgm:pt modelId="{6384433F-68FA-4692-AA21-50067DB8A2F2}" type="pres">
      <dgm:prSet presAssocID="{8A504267-A588-4021-B27D-A14813668D0D}" presName="horz2" presStyleCnt="0"/>
      <dgm:spPr/>
    </dgm:pt>
    <dgm:pt modelId="{77EB071F-6A59-45DE-B222-FDAB36C68772}" type="pres">
      <dgm:prSet presAssocID="{8A504267-A588-4021-B27D-A14813668D0D}" presName="horzSpace2" presStyleCnt="0"/>
      <dgm:spPr/>
    </dgm:pt>
    <dgm:pt modelId="{19EC048C-819A-4E37-B212-21DA289C01A8}" type="pres">
      <dgm:prSet presAssocID="{8A504267-A588-4021-B27D-A14813668D0D}" presName="tx2" presStyleLbl="revTx" presStyleIdx="8" presStyleCnt="13"/>
      <dgm:spPr/>
    </dgm:pt>
    <dgm:pt modelId="{A0222006-631A-49DA-9A67-18B28A379912}" type="pres">
      <dgm:prSet presAssocID="{8A504267-A588-4021-B27D-A14813668D0D}" presName="vert2" presStyleCnt="0"/>
      <dgm:spPr/>
    </dgm:pt>
    <dgm:pt modelId="{6FC27588-9C3B-4B1F-9CC4-885B51ABA8E4}" type="pres">
      <dgm:prSet presAssocID="{8A504267-A588-4021-B27D-A14813668D0D}" presName="thinLine2b" presStyleLbl="callout" presStyleIdx="7" presStyleCnt="12"/>
      <dgm:spPr/>
    </dgm:pt>
    <dgm:pt modelId="{C491DCDD-20CE-495E-9062-FDC5471F2950}" type="pres">
      <dgm:prSet presAssocID="{8A504267-A588-4021-B27D-A14813668D0D}" presName="vertSpace2b" presStyleCnt="0"/>
      <dgm:spPr/>
    </dgm:pt>
    <dgm:pt modelId="{A63E73B0-9D9B-45FF-954A-94333E1B6B8D}" type="pres">
      <dgm:prSet presAssocID="{517BB03C-EA0B-4610-95FA-B6ED294619EC}" presName="horz2" presStyleCnt="0"/>
      <dgm:spPr/>
    </dgm:pt>
    <dgm:pt modelId="{E6494057-5EE1-4DB6-B0D1-E9CA129FF793}" type="pres">
      <dgm:prSet presAssocID="{517BB03C-EA0B-4610-95FA-B6ED294619EC}" presName="horzSpace2" presStyleCnt="0"/>
      <dgm:spPr/>
    </dgm:pt>
    <dgm:pt modelId="{928987CE-07EB-4230-A22A-545DF2D44E72}" type="pres">
      <dgm:prSet presAssocID="{517BB03C-EA0B-4610-95FA-B6ED294619EC}" presName="tx2" presStyleLbl="revTx" presStyleIdx="9" presStyleCnt="13"/>
      <dgm:spPr/>
    </dgm:pt>
    <dgm:pt modelId="{7776D6C3-7B71-4919-9C31-6F0E7444FD11}" type="pres">
      <dgm:prSet presAssocID="{517BB03C-EA0B-4610-95FA-B6ED294619EC}" presName="vert2" presStyleCnt="0"/>
      <dgm:spPr/>
    </dgm:pt>
    <dgm:pt modelId="{A89F0A5A-5A21-468D-B9C5-69762B64B3AF}" type="pres">
      <dgm:prSet presAssocID="{517BB03C-EA0B-4610-95FA-B6ED294619EC}" presName="thinLine2b" presStyleLbl="callout" presStyleIdx="8" presStyleCnt="12"/>
      <dgm:spPr/>
    </dgm:pt>
    <dgm:pt modelId="{AF1EFA63-CF33-43C4-B4C0-7AE7EEBF246E}" type="pres">
      <dgm:prSet presAssocID="{517BB03C-EA0B-4610-95FA-B6ED294619EC}" presName="vertSpace2b" presStyleCnt="0"/>
      <dgm:spPr/>
    </dgm:pt>
    <dgm:pt modelId="{91BECBAC-576E-44C3-A484-6D35CF556F92}" type="pres">
      <dgm:prSet presAssocID="{9AD2E741-F90F-48C4-9EC5-DA40C11AEAB0}" presName="horz2" presStyleCnt="0"/>
      <dgm:spPr/>
    </dgm:pt>
    <dgm:pt modelId="{349D443F-77B5-4414-AF4E-12AE49233632}" type="pres">
      <dgm:prSet presAssocID="{9AD2E741-F90F-48C4-9EC5-DA40C11AEAB0}" presName="horzSpace2" presStyleCnt="0"/>
      <dgm:spPr/>
    </dgm:pt>
    <dgm:pt modelId="{24293987-BD3C-429F-BCB5-2791B75D33F5}" type="pres">
      <dgm:prSet presAssocID="{9AD2E741-F90F-48C4-9EC5-DA40C11AEAB0}" presName="tx2" presStyleLbl="revTx" presStyleIdx="10" presStyleCnt="13"/>
      <dgm:spPr/>
    </dgm:pt>
    <dgm:pt modelId="{2AFC77E8-9FE1-4AAD-B5B0-C120A2D96958}" type="pres">
      <dgm:prSet presAssocID="{9AD2E741-F90F-48C4-9EC5-DA40C11AEAB0}" presName="vert2" presStyleCnt="0"/>
      <dgm:spPr/>
    </dgm:pt>
    <dgm:pt modelId="{D3A058B0-694B-4EC7-AC13-F56904B3B27F}" type="pres">
      <dgm:prSet presAssocID="{9AD2E741-F90F-48C4-9EC5-DA40C11AEAB0}" presName="thinLine2b" presStyleLbl="callout" presStyleIdx="9" presStyleCnt="12"/>
      <dgm:spPr/>
    </dgm:pt>
    <dgm:pt modelId="{5E7200D6-EEA0-4A1C-9F6F-CC7E0D921D28}" type="pres">
      <dgm:prSet presAssocID="{9AD2E741-F90F-48C4-9EC5-DA40C11AEAB0}" presName="vertSpace2b" presStyleCnt="0"/>
      <dgm:spPr/>
    </dgm:pt>
    <dgm:pt modelId="{B94F9F28-51C6-4E27-B8A5-286BF1016DFF}" type="pres">
      <dgm:prSet presAssocID="{54973130-7841-456A-B375-F05024B85EC9}" presName="horz2" presStyleCnt="0"/>
      <dgm:spPr/>
    </dgm:pt>
    <dgm:pt modelId="{77FD97B2-387C-42B3-B2AC-0D16E9D754FF}" type="pres">
      <dgm:prSet presAssocID="{54973130-7841-456A-B375-F05024B85EC9}" presName="horzSpace2" presStyleCnt="0"/>
      <dgm:spPr/>
    </dgm:pt>
    <dgm:pt modelId="{E8DD325A-3CB2-401F-9081-F2A6F9961678}" type="pres">
      <dgm:prSet presAssocID="{54973130-7841-456A-B375-F05024B85EC9}" presName="tx2" presStyleLbl="revTx" presStyleIdx="11" presStyleCnt="13"/>
      <dgm:spPr/>
    </dgm:pt>
    <dgm:pt modelId="{8C5AE9D4-68D6-4665-BC81-869CF73554D4}" type="pres">
      <dgm:prSet presAssocID="{54973130-7841-456A-B375-F05024B85EC9}" presName="vert2" presStyleCnt="0"/>
      <dgm:spPr/>
    </dgm:pt>
    <dgm:pt modelId="{931304DE-CEF8-410E-B2DC-AA1ED0EAC618}" type="pres">
      <dgm:prSet presAssocID="{54973130-7841-456A-B375-F05024B85EC9}" presName="thinLine2b" presStyleLbl="callout" presStyleIdx="10" presStyleCnt="12"/>
      <dgm:spPr/>
    </dgm:pt>
    <dgm:pt modelId="{5F0E01F0-35A1-49B7-BF33-5D49F953EF97}" type="pres">
      <dgm:prSet presAssocID="{54973130-7841-456A-B375-F05024B85EC9}" presName="vertSpace2b" presStyleCnt="0"/>
      <dgm:spPr/>
    </dgm:pt>
    <dgm:pt modelId="{E9FFE410-E3B1-4A78-B385-E8D7D58FE0C1}" type="pres">
      <dgm:prSet presAssocID="{4A35FEEC-9B07-4DE8-BE4C-267E90E230C7}" presName="horz2" presStyleCnt="0"/>
      <dgm:spPr/>
    </dgm:pt>
    <dgm:pt modelId="{119E45B4-C621-41FD-9DCF-BE8EA8CA36F7}" type="pres">
      <dgm:prSet presAssocID="{4A35FEEC-9B07-4DE8-BE4C-267E90E230C7}" presName="horzSpace2" presStyleCnt="0"/>
      <dgm:spPr/>
    </dgm:pt>
    <dgm:pt modelId="{72030890-A7DE-4F97-88C0-3940EB8B8347}" type="pres">
      <dgm:prSet presAssocID="{4A35FEEC-9B07-4DE8-BE4C-267E90E230C7}" presName="tx2" presStyleLbl="revTx" presStyleIdx="12" presStyleCnt="13"/>
      <dgm:spPr/>
    </dgm:pt>
    <dgm:pt modelId="{EA3B1CB2-4ADB-4EA4-926D-42BC36F3471E}" type="pres">
      <dgm:prSet presAssocID="{4A35FEEC-9B07-4DE8-BE4C-267E90E230C7}" presName="vert2" presStyleCnt="0"/>
      <dgm:spPr/>
    </dgm:pt>
    <dgm:pt modelId="{2BECF685-E355-4426-BE67-3877FCF0D2D2}" type="pres">
      <dgm:prSet presAssocID="{4A35FEEC-9B07-4DE8-BE4C-267E90E230C7}" presName="thinLine2b" presStyleLbl="callout" presStyleIdx="11" presStyleCnt="12"/>
      <dgm:spPr/>
    </dgm:pt>
    <dgm:pt modelId="{D29FB3D2-077E-4B25-99E1-C01E8ACCDB33}" type="pres">
      <dgm:prSet presAssocID="{4A35FEEC-9B07-4DE8-BE4C-267E90E230C7}" presName="vertSpace2b" presStyleCnt="0"/>
      <dgm:spPr/>
    </dgm:pt>
  </dgm:ptLst>
  <dgm:cxnLst>
    <dgm:cxn modelId="{B5AFE603-6780-41C4-92F1-255E55FC1D9D}" type="presOf" srcId="{60F0439A-D5F6-4E59-B1F4-35713C526E63}" destId="{39300EAC-1B44-4EC1-9616-E5799704A1C5}" srcOrd="0" destOrd="0" presId="urn:microsoft.com/office/officeart/2008/layout/LinedList"/>
    <dgm:cxn modelId="{4284D921-3E60-4EA3-8F8D-E63521C6EF4A}" type="presOf" srcId="{A9ED0A87-DD20-4484-8C70-67793AF58343}" destId="{15C08EAE-C880-4796-8FE2-8D5AC6394199}" srcOrd="0" destOrd="0" presId="urn:microsoft.com/office/officeart/2008/layout/LinedList"/>
    <dgm:cxn modelId="{829FAA2A-BF98-473F-87D6-388112EFDD96}" srcId="{F08A8A85-B8EA-4938-B96B-AA5E4825C4A2}" destId="{F688EC3E-DADC-4D85-8413-1F69687A6171}" srcOrd="3" destOrd="0" parTransId="{0391BB04-335A-49DD-92D2-DB3AB40A9DEC}" sibTransId="{99E0A24B-DA4D-4EAC-8751-F1B78B783A40}"/>
    <dgm:cxn modelId="{2C5CC12F-9E67-434B-A8B0-E5B3E27F7D05}" srcId="{F08A8A85-B8EA-4938-B96B-AA5E4825C4A2}" destId="{4A35FEEC-9B07-4DE8-BE4C-267E90E230C7}" srcOrd="11" destOrd="0" parTransId="{61C749D6-ED11-4B1F-B909-6B67789B1AA9}" sibTransId="{86B9FF98-C863-4B50-B7CA-9251D07F8A17}"/>
    <dgm:cxn modelId="{81727A34-06E3-422B-A712-C5A15CF3CD7D}" srcId="{F08A8A85-B8EA-4938-B96B-AA5E4825C4A2}" destId="{A9ED0A87-DD20-4484-8C70-67793AF58343}" srcOrd="6" destOrd="0" parTransId="{CAA6ECC7-D506-4B54-9354-25965E677E53}" sibTransId="{EB723B52-CE59-4284-B532-B9A3F9632FD6}"/>
    <dgm:cxn modelId="{949CB038-A548-4295-A4A0-280CBD35E3EC}" type="presOf" srcId="{F08F83DB-3466-408D-8B05-BD761455EC5E}" destId="{5D372EF5-FE79-474F-A60E-8A86E9DACE26}" srcOrd="0" destOrd="0" presId="urn:microsoft.com/office/officeart/2008/layout/LinedList"/>
    <dgm:cxn modelId="{29515C5D-55CC-4380-A1FE-CBC0E40C7B21}" type="presOf" srcId="{517BB03C-EA0B-4610-95FA-B6ED294619EC}" destId="{928987CE-07EB-4230-A22A-545DF2D44E72}" srcOrd="0" destOrd="0" presId="urn:microsoft.com/office/officeart/2008/layout/LinedList"/>
    <dgm:cxn modelId="{E7CAFE5E-3259-449C-AD13-8849F7875270}" srcId="{8491CB57-3853-4ECB-86A9-0FE786B96B94}" destId="{F08A8A85-B8EA-4938-B96B-AA5E4825C4A2}" srcOrd="0" destOrd="0" parTransId="{1C321A76-10EB-44A4-BF92-5041460D5074}" sibTransId="{709B1D3C-E002-4F0C-8072-D9BA7CA41008}"/>
    <dgm:cxn modelId="{A1026642-B1C5-4B99-8B9E-EE264F15B676}" type="presOf" srcId="{F08A8A85-B8EA-4938-B96B-AA5E4825C4A2}" destId="{58E8BCBA-31F7-44A8-8E02-4C1BEB2E9CB1}" srcOrd="0" destOrd="0" presId="urn:microsoft.com/office/officeart/2008/layout/LinedList"/>
    <dgm:cxn modelId="{100AC448-1DC9-47A4-8DB0-8A0EAD6638BB}" srcId="{F08A8A85-B8EA-4938-B96B-AA5E4825C4A2}" destId="{8CF9C755-F845-4A57-8CED-E1807ABC8E8F}" srcOrd="5" destOrd="0" parTransId="{3F8D4C3A-CB69-4D6B-88A4-805C049BFF21}" sibTransId="{448D14DC-BE3F-4F3C-9DA3-D7A6CBEC702A}"/>
    <dgm:cxn modelId="{59E8E36A-4F5F-4C73-967D-7FA4F736AE02}" type="presOf" srcId="{54973130-7841-456A-B375-F05024B85EC9}" destId="{E8DD325A-3CB2-401F-9081-F2A6F9961678}" srcOrd="0" destOrd="0" presId="urn:microsoft.com/office/officeart/2008/layout/LinedList"/>
    <dgm:cxn modelId="{FD506454-6A3F-48AD-A24B-BE6FB3AEF93D}" srcId="{F08A8A85-B8EA-4938-B96B-AA5E4825C4A2}" destId="{9DA0A58A-4CFA-4B0E-BB75-9290BDD49B33}" srcOrd="2" destOrd="0" parTransId="{DE3FC3BE-1338-4C62-AF29-44B06ED14243}" sibTransId="{FF53E23A-9017-4C8C-B565-EA7C832F6B2F}"/>
    <dgm:cxn modelId="{39B66954-25D0-4DB7-8A49-BD012086CC9F}" type="presOf" srcId="{9AD2E741-F90F-48C4-9EC5-DA40C11AEAB0}" destId="{24293987-BD3C-429F-BCB5-2791B75D33F5}" srcOrd="0" destOrd="0" presId="urn:microsoft.com/office/officeart/2008/layout/LinedList"/>
    <dgm:cxn modelId="{DEA8787C-E751-4ED9-AC4C-969FFB54EC2B}" srcId="{F08A8A85-B8EA-4938-B96B-AA5E4825C4A2}" destId="{54973130-7841-456A-B375-F05024B85EC9}" srcOrd="10" destOrd="0" parTransId="{09169A68-C32A-4FFC-8A2D-C659278FCF42}" sibTransId="{5D7BC384-42FB-4BDE-943F-5DED0E7ED4CE}"/>
    <dgm:cxn modelId="{E79B7B83-177C-48A6-B46C-D328CA331624}" srcId="{F08A8A85-B8EA-4938-B96B-AA5E4825C4A2}" destId="{9AD2E741-F90F-48C4-9EC5-DA40C11AEAB0}" srcOrd="9" destOrd="0" parTransId="{15C404AD-4360-4955-B929-82DA20BC3163}" sibTransId="{3C0D8E48-4127-4F8A-974C-8BEC2E31850F}"/>
    <dgm:cxn modelId="{4809A887-16A8-4A61-A385-CC56ABC122E8}" type="presOf" srcId="{8CF9C755-F845-4A57-8CED-E1807ABC8E8F}" destId="{C7F62165-1536-44CF-A241-6F8832C5D2EB}" srcOrd="0" destOrd="0" presId="urn:microsoft.com/office/officeart/2008/layout/LinedList"/>
    <dgm:cxn modelId="{7B967988-E892-4B08-8A4E-123CAE6B7421}" srcId="{F08A8A85-B8EA-4938-B96B-AA5E4825C4A2}" destId="{F08F83DB-3466-408D-8B05-BD761455EC5E}" srcOrd="4" destOrd="0" parTransId="{CEBFD6AA-1C1C-4A3F-87D6-B370489249F6}" sibTransId="{4AD20DC0-ADE8-4CCD-B3A1-D92121480C28}"/>
    <dgm:cxn modelId="{454E22A7-D7BE-4C55-A422-03A55461B0AB}" type="presOf" srcId="{F688EC3E-DADC-4D85-8413-1F69687A6171}" destId="{C4C7F9AE-689D-419A-ADB1-76C52FC39065}" srcOrd="0" destOrd="0" presId="urn:microsoft.com/office/officeart/2008/layout/LinedList"/>
    <dgm:cxn modelId="{40C152B3-92F1-4C39-BC7B-84E0FB766F7B}" type="presOf" srcId="{8491CB57-3853-4ECB-86A9-0FE786B96B94}" destId="{E191104A-AB32-4329-A90D-CA1441989578}" srcOrd="0" destOrd="0" presId="urn:microsoft.com/office/officeart/2008/layout/LinedList"/>
    <dgm:cxn modelId="{7C1EACDA-14DA-45E9-8999-66AD13EAE014}" srcId="{F08A8A85-B8EA-4938-B96B-AA5E4825C4A2}" destId="{8CA3BC3D-34D8-47F2-AB0E-F4E6992D3B81}" srcOrd="1" destOrd="0" parTransId="{B4551734-19EF-450E-96C6-F5702C6EC44E}" sibTransId="{DD163DF2-E87C-41D4-AC0B-7B5E0AC402A7}"/>
    <dgm:cxn modelId="{1B6E5DDC-9EDD-403B-B82F-C8F22D0A850D}" type="presOf" srcId="{4A35FEEC-9B07-4DE8-BE4C-267E90E230C7}" destId="{72030890-A7DE-4F97-88C0-3940EB8B8347}" srcOrd="0" destOrd="0" presId="urn:microsoft.com/office/officeart/2008/layout/LinedList"/>
    <dgm:cxn modelId="{D529B3DE-D7B1-4D82-9382-828080C8A570}" type="presOf" srcId="{8CA3BC3D-34D8-47F2-AB0E-F4E6992D3B81}" destId="{CD9600BF-9509-4F01-B9F4-DB304376E20F}" srcOrd="0" destOrd="0" presId="urn:microsoft.com/office/officeart/2008/layout/LinedList"/>
    <dgm:cxn modelId="{3355D5E1-5DDD-4484-B212-1325FEA010EA}" srcId="{F08A8A85-B8EA-4938-B96B-AA5E4825C4A2}" destId="{8A504267-A588-4021-B27D-A14813668D0D}" srcOrd="7" destOrd="0" parTransId="{3DB55C31-D1BA-4B7B-B8CB-4F70E42D27DD}" sibTransId="{7C4B01AE-B381-421F-A696-B24C456046C0}"/>
    <dgm:cxn modelId="{71AD0AE3-E1B4-4C40-ADB5-3450ABC70F35}" type="presOf" srcId="{9DA0A58A-4CFA-4B0E-BB75-9290BDD49B33}" destId="{C304E9D5-429A-4041-BE4D-3E2AA086016D}" srcOrd="0" destOrd="0" presId="urn:microsoft.com/office/officeart/2008/layout/LinedList"/>
    <dgm:cxn modelId="{EC3D39F2-ABA0-4DD8-AB94-FC6C79C9E65F}" srcId="{F08A8A85-B8EA-4938-B96B-AA5E4825C4A2}" destId="{60F0439A-D5F6-4E59-B1F4-35713C526E63}" srcOrd="0" destOrd="0" parTransId="{AD5E402A-9F0E-427B-964C-3281C6542693}" sibTransId="{775FB99C-C80B-4F25-84BF-24747FE66589}"/>
    <dgm:cxn modelId="{160831FB-F16E-42A0-AE6A-8CBA60C2F0A8}" type="presOf" srcId="{8A504267-A588-4021-B27D-A14813668D0D}" destId="{19EC048C-819A-4E37-B212-21DA289C01A8}" srcOrd="0" destOrd="0" presId="urn:microsoft.com/office/officeart/2008/layout/LinedList"/>
    <dgm:cxn modelId="{F02EE6FE-9095-4C1E-8997-45212311101B}" srcId="{F08A8A85-B8EA-4938-B96B-AA5E4825C4A2}" destId="{517BB03C-EA0B-4610-95FA-B6ED294619EC}" srcOrd="8" destOrd="0" parTransId="{BEF1136E-5266-4CB8-9589-C829CFDD0FF2}" sibTransId="{3298690A-48D7-452B-A6B8-E16FE0983237}"/>
    <dgm:cxn modelId="{A97A0F14-EEF7-44B7-A97A-7BC78F18EB38}" type="presParOf" srcId="{E191104A-AB32-4329-A90D-CA1441989578}" destId="{D8B03048-2059-445E-A03B-F4A8022CFD11}" srcOrd="0" destOrd="0" presId="urn:microsoft.com/office/officeart/2008/layout/LinedList"/>
    <dgm:cxn modelId="{11432A41-706F-4E8B-94FB-BD2998DD738E}" type="presParOf" srcId="{E191104A-AB32-4329-A90D-CA1441989578}" destId="{27A92EA5-1725-4159-9FBB-76A01DCB06EF}" srcOrd="1" destOrd="0" presId="urn:microsoft.com/office/officeart/2008/layout/LinedList"/>
    <dgm:cxn modelId="{BEE9B303-22DA-49D6-9299-6A001025FA77}" type="presParOf" srcId="{27A92EA5-1725-4159-9FBB-76A01DCB06EF}" destId="{58E8BCBA-31F7-44A8-8E02-4C1BEB2E9CB1}" srcOrd="0" destOrd="0" presId="urn:microsoft.com/office/officeart/2008/layout/LinedList"/>
    <dgm:cxn modelId="{AA12EAB9-18E5-4C3A-9DB5-3733AE5DABC6}" type="presParOf" srcId="{27A92EA5-1725-4159-9FBB-76A01DCB06EF}" destId="{32B20D31-4364-4270-88D7-522D3AA9F37D}" srcOrd="1" destOrd="0" presId="urn:microsoft.com/office/officeart/2008/layout/LinedList"/>
    <dgm:cxn modelId="{45C7DA07-F708-479C-B99C-3A948C4DF18C}" type="presParOf" srcId="{32B20D31-4364-4270-88D7-522D3AA9F37D}" destId="{D625D1AA-247E-4280-A22B-719677463048}" srcOrd="0" destOrd="0" presId="urn:microsoft.com/office/officeart/2008/layout/LinedList"/>
    <dgm:cxn modelId="{45D4F303-704B-4EF4-ABEC-4218182F7B95}" type="presParOf" srcId="{32B20D31-4364-4270-88D7-522D3AA9F37D}" destId="{8722ED03-B0A5-4CEB-9949-65AB39134C20}" srcOrd="1" destOrd="0" presId="urn:microsoft.com/office/officeart/2008/layout/LinedList"/>
    <dgm:cxn modelId="{B4E849D0-2B27-4D02-B414-B1CC1E50F483}" type="presParOf" srcId="{8722ED03-B0A5-4CEB-9949-65AB39134C20}" destId="{CAA5C86D-2A04-489C-85F3-4A745F70E899}" srcOrd="0" destOrd="0" presId="urn:microsoft.com/office/officeart/2008/layout/LinedList"/>
    <dgm:cxn modelId="{B5C7EA90-F9CE-430E-89C7-B7225FD13F21}" type="presParOf" srcId="{8722ED03-B0A5-4CEB-9949-65AB39134C20}" destId="{39300EAC-1B44-4EC1-9616-E5799704A1C5}" srcOrd="1" destOrd="0" presId="urn:microsoft.com/office/officeart/2008/layout/LinedList"/>
    <dgm:cxn modelId="{099EF6C3-7CBC-4C35-9900-7F108505A893}" type="presParOf" srcId="{8722ED03-B0A5-4CEB-9949-65AB39134C20}" destId="{227B22CD-58DF-4746-864D-88762266BA56}" srcOrd="2" destOrd="0" presId="urn:microsoft.com/office/officeart/2008/layout/LinedList"/>
    <dgm:cxn modelId="{B95FE1BF-7D78-4A08-8811-9A2F631C4A8C}" type="presParOf" srcId="{32B20D31-4364-4270-88D7-522D3AA9F37D}" destId="{ED63CC00-9D71-4D96-9B41-1C1D991B74EE}" srcOrd="2" destOrd="0" presId="urn:microsoft.com/office/officeart/2008/layout/LinedList"/>
    <dgm:cxn modelId="{F16F00E2-9E6E-45F4-A79B-BF781811A75C}" type="presParOf" srcId="{32B20D31-4364-4270-88D7-522D3AA9F37D}" destId="{388582BE-7AE7-44B0-9071-1C4C089650C3}" srcOrd="3" destOrd="0" presId="urn:microsoft.com/office/officeart/2008/layout/LinedList"/>
    <dgm:cxn modelId="{1ACC916C-35BF-4F20-B950-28A249F032FC}" type="presParOf" srcId="{32B20D31-4364-4270-88D7-522D3AA9F37D}" destId="{F1839153-7EA8-48C6-8C85-AD96A376C457}" srcOrd="4" destOrd="0" presId="urn:microsoft.com/office/officeart/2008/layout/LinedList"/>
    <dgm:cxn modelId="{68BDA714-3575-4A3B-A47F-DAA89D123782}" type="presParOf" srcId="{F1839153-7EA8-48C6-8C85-AD96A376C457}" destId="{16B5CEF6-56B9-4842-86EA-FE182B49480E}" srcOrd="0" destOrd="0" presId="urn:microsoft.com/office/officeart/2008/layout/LinedList"/>
    <dgm:cxn modelId="{04F9C4D1-4327-4953-B2CE-F51941BEC0A8}" type="presParOf" srcId="{F1839153-7EA8-48C6-8C85-AD96A376C457}" destId="{CD9600BF-9509-4F01-B9F4-DB304376E20F}" srcOrd="1" destOrd="0" presId="urn:microsoft.com/office/officeart/2008/layout/LinedList"/>
    <dgm:cxn modelId="{26A3BF70-D0FB-465C-A8DE-B4D4370569F0}" type="presParOf" srcId="{F1839153-7EA8-48C6-8C85-AD96A376C457}" destId="{BA6B0D8B-FB59-4EE5-9936-9E2439ADA378}" srcOrd="2" destOrd="0" presId="urn:microsoft.com/office/officeart/2008/layout/LinedList"/>
    <dgm:cxn modelId="{8D14ABB7-DA4F-425E-B47C-057A2EF3D3B9}" type="presParOf" srcId="{32B20D31-4364-4270-88D7-522D3AA9F37D}" destId="{6B3BBA27-FED1-4D75-96EF-86FA56EB7ADF}" srcOrd="5" destOrd="0" presId="urn:microsoft.com/office/officeart/2008/layout/LinedList"/>
    <dgm:cxn modelId="{6D6A95BB-88BE-4749-A1EB-36A1CAA63EAC}" type="presParOf" srcId="{32B20D31-4364-4270-88D7-522D3AA9F37D}" destId="{CF4235FD-3991-4EA6-893D-6FAB193EF448}" srcOrd="6" destOrd="0" presId="urn:microsoft.com/office/officeart/2008/layout/LinedList"/>
    <dgm:cxn modelId="{1E623556-C4C6-441F-9520-F5C49A7227E5}" type="presParOf" srcId="{32B20D31-4364-4270-88D7-522D3AA9F37D}" destId="{9D52A0D6-A2C4-4450-AEE6-3C7AD0360DAB}" srcOrd="7" destOrd="0" presId="urn:microsoft.com/office/officeart/2008/layout/LinedList"/>
    <dgm:cxn modelId="{97977B53-F3D7-43EE-95D7-7C94137F8006}" type="presParOf" srcId="{9D52A0D6-A2C4-4450-AEE6-3C7AD0360DAB}" destId="{F9790B25-98C0-48D5-9B33-7E0061DAB0FE}" srcOrd="0" destOrd="0" presId="urn:microsoft.com/office/officeart/2008/layout/LinedList"/>
    <dgm:cxn modelId="{63C94312-539C-47D1-92AA-32BBC7FBD60D}" type="presParOf" srcId="{9D52A0D6-A2C4-4450-AEE6-3C7AD0360DAB}" destId="{C304E9D5-429A-4041-BE4D-3E2AA086016D}" srcOrd="1" destOrd="0" presId="urn:microsoft.com/office/officeart/2008/layout/LinedList"/>
    <dgm:cxn modelId="{8C00A176-7F8A-4BC4-8E08-09CC1F7992A9}" type="presParOf" srcId="{9D52A0D6-A2C4-4450-AEE6-3C7AD0360DAB}" destId="{79DDC3F4-3DD2-4BD9-B1A7-31C71B193E20}" srcOrd="2" destOrd="0" presId="urn:microsoft.com/office/officeart/2008/layout/LinedList"/>
    <dgm:cxn modelId="{724C07F0-9F38-4CC1-A387-15C3CFD899E1}" type="presParOf" srcId="{32B20D31-4364-4270-88D7-522D3AA9F37D}" destId="{405395F3-9934-4F47-AE92-EA267A44BB84}" srcOrd="8" destOrd="0" presId="urn:microsoft.com/office/officeart/2008/layout/LinedList"/>
    <dgm:cxn modelId="{64E672B2-509C-457A-990F-B4837257A177}" type="presParOf" srcId="{32B20D31-4364-4270-88D7-522D3AA9F37D}" destId="{470BE28C-B74E-45FA-A46F-C0E51ED6ED1B}" srcOrd="9" destOrd="0" presId="urn:microsoft.com/office/officeart/2008/layout/LinedList"/>
    <dgm:cxn modelId="{A84321AD-88C0-44EF-A774-BEE56679DE0C}" type="presParOf" srcId="{32B20D31-4364-4270-88D7-522D3AA9F37D}" destId="{80B5B562-B9CE-461E-88D6-B7EC6F6361D5}" srcOrd="10" destOrd="0" presId="urn:microsoft.com/office/officeart/2008/layout/LinedList"/>
    <dgm:cxn modelId="{3D0B4A72-6E47-4424-8280-82B34E11E171}" type="presParOf" srcId="{80B5B562-B9CE-461E-88D6-B7EC6F6361D5}" destId="{D283CB0A-D91F-4824-8649-5D6C9BA82ED7}" srcOrd="0" destOrd="0" presId="urn:microsoft.com/office/officeart/2008/layout/LinedList"/>
    <dgm:cxn modelId="{DA9B4820-A5F9-4ED9-A7BA-85C1CA3F0286}" type="presParOf" srcId="{80B5B562-B9CE-461E-88D6-B7EC6F6361D5}" destId="{C4C7F9AE-689D-419A-ADB1-76C52FC39065}" srcOrd="1" destOrd="0" presId="urn:microsoft.com/office/officeart/2008/layout/LinedList"/>
    <dgm:cxn modelId="{988EAEC5-AF52-4A30-B053-F5794FD0A1B5}" type="presParOf" srcId="{80B5B562-B9CE-461E-88D6-B7EC6F6361D5}" destId="{84F83505-A69F-49F5-B871-E64EAE203F54}" srcOrd="2" destOrd="0" presId="urn:microsoft.com/office/officeart/2008/layout/LinedList"/>
    <dgm:cxn modelId="{283C0B46-86A2-498E-91B0-9175C6002AF7}" type="presParOf" srcId="{32B20D31-4364-4270-88D7-522D3AA9F37D}" destId="{E4409248-452B-4682-A3ED-64848F0AA0D5}" srcOrd="11" destOrd="0" presId="urn:microsoft.com/office/officeart/2008/layout/LinedList"/>
    <dgm:cxn modelId="{81129EFE-B074-466C-887A-51C5CD2F075E}" type="presParOf" srcId="{32B20D31-4364-4270-88D7-522D3AA9F37D}" destId="{D85C6879-5E3B-4537-9FFF-80DD238568B1}" srcOrd="12" destOrd="0" presId="urn:microsoft.com/office/officeart/2008/layout/LinedList"/>
    <dgm:cxn modelId="{1D84B485-941E-4715-8350-A63CFE79FC1C}" type="presParOf" srcId="{32B20D31-4364-4270-88D7-522D3AA9F37D}" destId="{746373C0-ACA1-4242-996E-E4637CD9E626}" srcOrd="13" destOrd="0" presId="urn:microsoft.com/office/officeart/2008/layout/LinedList"/>
    <dgm:cxn modelId="{9C1D8C67-0312-49CE-BBDA-9D7DDEB1A587}" type="presParOf" srcId="{746373C0-ACA1-4242-996E-E4637CD9E626}" destId="{D40425C6-B9D1-4A0A-A8E7-73D3629DF24B}" srcOrd="0" destOrd="0" presId="urn:microsoft.com/office/officeart/2008/layout/LinedList"/>
    <dgm:cxn modelId="{5F26A387-DD98-4587-B966-1DA17CA471D7}" type="presParOf" srcId="{746373C0-ACA1-4242-996E-E4637CD9E626}" destId="{5D372EF5-FE79-474F-A60E-8A86E9DACE26}" srcOrd="1" destOrd="0" presId="urn:microsoft.com/office/officeart/2008/layout/LinedList"/>
    <dgm:cxn modelId="{88E4B166-9778-4976-9A4A-CFBA18914A54}" type="presParOf" srcId="{746373C0-ACA1-4242-996E-E4637CD9E626}" destId="{21C87A0F-7595-4EB7-9A95-D9B76F712438}" srcOrd="2" destOrd="0" presId="urn:microsoft.com/office/officeart/2008/layout/LinedList"/>
    <dgm:cxn modelId="{DD8B5CEF-C03A-4B40-977D-359813031508}" type="presParOf" srcId="{32B20D31-4364-4270-88D7-522D3AA9F37D}" destId="{EB9B9284-2390-42E4-9A70-BC305C26EC84}" srcOrd="14" destOrd="0" presId="urn:microsoft.com/office/officeart/2008/layout/LinedList"/>
    <dgm:cxn modelId="{21C32FB4-AF51-480C-B578-68EEA6DBA057}" type="presParOf" srcId="{32B20D31-4364-4270-88D7-522D3AA9F37D}" destId="{123C53E2-D537-45F4-A08C-87F8623C5430}" srcOrd="15" destOrd="0" presId="urn:microsoft.com/office/officeart/2008/layout/LinedList"/>
    <dgm:cxn modelId="{F1460230-1676-4FE2-9481-26048A7C0110}" type="presParOf" srcId="{32B20D31-4364-4270-88D7-522D3AA9F37D}" destId="{9C31C432-6C58-4D4A-B973-AE3D0E7275B4}" srcOrd="16" destOrd="0" presId="urn:microsoft.com/office/officeart/2008/layout/LinedList"/>
    <dgm:cxn modelId="{A74E4AFD-F997-4DA3-86D8-B6F632810564}" type="presParOf" srcId="{9C31C432-6C58-4D4A-B973-AE3D0E7275B4}" destId="{783FE2DF-6CA1-4741-AD2B-E4DC58B0BC28}" srcOrd="0" destOrd="0" presId="urn:microsoft.com/office/officeart/2008/layout/LinedList"/>
    <dgm:cxn modelId="{C69B4163-4B83-4563-8370-3B9C39B66980}" type="presParOf" srcId="{9C31C432-6C58-4D4A-B973-AE3D0E7275B4}" destId="{C7F62165-1536-44CF-A241-6F8832C5D2EB}" srcOrd="1" destOrd="0" presId="urn:microsoft.com/office/officeart/2008/layout/LinedList"/>
    <dgm:cxn modelId="{9C038781-1981-44CB-AA05-4921E42A4D49}" type="presParOf" srcId="{9C31C432-6C58-4D4A-B973-AE3D0E7275B4}" destId="{CE992629-A74F-40D5-BDFE-EC8570543323}" srcOrd="2" destOrd="0" presId="urn:microsoft.com/office/officeart/2008/layout/LinedList"/>
    <dgm:cxn modelId="{78457591-7A15-43E3-8092-82684585944C}" type="presParOf" srcId="{32B20D31-4364-4270-88D7-522D3AA9F37D}" destId="{297E14D0-886C-49EA-9305-819CC41290A2}" srcOrd="17" destOrd="0" presId="urn:microsoft.com/office/officeart/2008/layout/LinedList"/>
    <dgm:cxn modelId="{33E50D54-6A29-4DA6-AF52-541DE23C717E}" type="presParOf" srcId="{32B20D31-4364-4270-88D7-522D3AA9F37D}" destId="{B97DB516-62AD-4061-AEE5-1146C370676C}" srcOrd="18" destOrd="0" presId="urn:microsoft.com/office/officeart/2008/layout/LinedList"/>
    <dgm:cxn modelId="{6919EB43-3A10-45D6-A171-BE52FCA60038}" type="presParOf" srcId="{32B20D31-4364-4270-88D7-522D3AA9F37D}" destId="{AE17078C-BB86-4678-8FE9-CB12613B8EE6}" srcOrd="19" destOrd="0" presId="urn:microsoft.com/office/officeart/2008/layout/LinedList"/>
    <dgm:cxn modelId="{0ECFD4CD-F312-46DA-9048-37E760383B23}" type="presParOf" srcId="{AE17078C-BB86-4678-8FE9-CB12613B8EE6}" destId="{B66459E8-88E5-4A1F-A556-1B893C73DE65}" srcOrd="0" destOrd="0" presId="urn:microsoft.com/office/officeart/2008/layout/LinedList"/>
    <dgm:cxn modelId="{7758257C-23C6-4394-A448-995C065A1E6A}" type="presParOf" srcId="{AE17078C-BB86-4678-8FE9-CB12613B8EE6}" destId="{15C08EAE-C880-4796-8FE2-8D5AC6394199}" srcOrd="1" destOrd="0" presId="urn:microsoft.com/office/officeart/2008/layout/LinedList"/>
    <dgm:cxn modelId="{B885A5F5-B554-4948-9F35-7CB9D54BC20E}" type="presParOf" srcId="{AE17078C-BB86-4678-8FE9-CB12613B8EE6}" destId="{D951F321-D706-45E6-89F3-EF3C73BDE242}" srcOrd="2" destOrd="0" presId="urn:microsoft.com/office/officeart/2008/layout/LinedList"/>
    <dgm:cxn modelId="{C81162E9-66AF-4FE0-9A7F-7DE9DE791BD4}" type="presParOf" srcId="{32B20D31-4364-4270-88D7-522D3AA9F37D}" destId="{E7496E57-3A92-4D0F-AE82-01878FE3A5A9}" srcOrd="20" destOrd="0" presId="urn:microsoft.com/office/officeart/2008/layout/LinedList"/>
    <dgm:cxn modelId="{C2C63BE6-BD3C-4AEE-B9B8-E14F84462A22}" type="presParOf" srcId="{32B20D31-4364-4270-88D7-522D3AA9F37D}" destId="{230FF1A7-40AB-4131-8CB7-FA170D8F2302}" srcOrd="21" destOrd="0" presId="urn:microsoft.com/office/officeart/2008/layout/LinedList"/>
    <dgm:cxn modelId="{17286B67-2E4D-485A-9713-964BAE0D5898}" type="presParOf" srcId="{32B20D31-4364-4270-88D7-522D3AA9F37D}" destId="{6384433F-68FA-4692-AA21-50067DB8A2F2}" srcOrd="22" destOrd="0" presId="urn:microsoft.com/office/officeart/2008/layout/LinedList"/>
    <dgm:cxn modelId="{EE066CEA-0461-4EAF-9185-49E1C17C478B}" type="presParOf" srcId="{6384433F-68FA-4692-AA21-50067DB8A2F2}" destId="{77EB071F-6A59-45DE-B222-FDAB36C68772}" srcOrd="0" destOrd="0" presId="urn:microsoft.com/office/officeart/2008/layout/LinedList"/>
    <dgm:cxn modelId="{D2384033-AE01-4BA5-802D-0A7D088FF7A7}" type="presParOf" srcId="{6384433F-68FA-4692-AA21-50067DB8A2F2}" destId="{19EC048C-819A-4E37-B212-21DA289C01A8}" srcOrd="1" destOrd="0" presId="urn:microsoft.com/office/officeart/2008/layout/LinedList"/>
    <dgm:cxn modelId="{681BED6A-6174-4F2D-B16C-736849750B3E}" type="presParOf" srcId="{6384433F-68FA-4692-AA21-50067DB8A2F2}" destId="{A0222006-631A-49DA-9A67-18B28A379912}" srcOrd="2" destOrd="0" presId="urn:microsoft.com/office/officeart/2008/layout/LinedList"/>
    <dgm:cxn modelId="{FD921A7C-B965-48D0-800D-C04FE001A4DF}" type="presParOf" srcId="{32B20D31-4364-4270-88D7-522D3AA9F37D}" destId="{6FC27588-9C3B-4B1F-9CC4-885B51ABA8E4}" srcOrd="23" destOrd="0" presId="urn:microsoft.com/office/officeart/2008/layout/LinedList"/>
    <dgm:cxn modelId="{F21F95E2-FE0B-411B-A0D2-99F407547879}" type="presParOf" srcId="{32B20D31-4364-4270-88D7-522D3AA9F37D}" destId="{C491DCDD-20CE-495E-9062-FDC5471F2950}" srcOrd="24" destOrd="0" presId="urn:microsoft.com/office/officeart/2008/layout/LinedList"/>
    <dgm:cxn modelId="{F365D929-4183-4E6A-B780-0E597CBDE413}" type="presParOf" srcId="{32B20D31-4364-4270-88D7-522D3AA9F37D}" destId="{A63E73B0-9D9B-45FF-954A-94333E1B6B8D}" srcOrd="25" destOrd="0" presId="urn:microsoft.com/office/officeart/2008/layout/LinedList"/>
    <dgm:cxn modelId="{67027411-5C56-461C-B4B9-ACC89007D242}" type="presParOf" srcId="{A63E73B0-9D9B-45FF-954A-94333E1B6B8D}" destId="{E6494057-5EE1-4DB6-B0D1-E9CA129FF793}" srcOrd="0" destOrd="0" presId="urn:microsoft.com/office/officeart/2008/layout/LinedList"/>
    <dgm:cxn modelId="{F490CA4D-924A-43D5-86BC-42433031A16D}" type="presParOf" srcId="{A63E73B0-9D9B-45FF-954A-94333E1B6B8D}" destId="{928987CE-07EB-4230-A22A-545DF2D44E72}" srcOrd="1" destOrd="0" presId="urn:microsoft.com/office/officeart/2008/layout/LinedList"/>
    <dgm:cxn modelId="{91B02734-3FE0-4064-ABB4-C071DC2C7662}" type="presParOf" srcId="{A63E73B0-9D9B-45FF-954A-94333E1B6B8D}" destId="{7776D6C3-7B71-4919-9C31-6F0E7444FD11}" srcOrd="2" destOrd="0" presId="urn:microsoft.com/office/officeart/2008/layout/LinedList"/>
    <dgm:cxn modelId="{C3974CB8-B846-4FCB-AD02-6FE6C122AB56}" type="presParOf" srcId="{32B20D31-4364-4270-88D7-522D3AA9F37D}" destId="{A89F0A5A-5A21-468D-B9C5-69762B64B3AF}" srcOrd="26" destOrd="0" presId="urn:microsoft.com/office/officeart/2008/layout/LinedList"/>
    <dgm:cxn modelId="{3CBAFADC-0615-4C1C-B659-E4236D8B8946}" type="presParOf" srcId="{32B20D31-4364-4270-88D7-522D3AA9F37D}" destId="{AF1EFA63-CF33-43C4-B4C0-7AE7EEBF246E}" srcOrd="27" destOrd="0" presId="urn:microsoft.com/office/officeart/2008/layout/LinedList"/>
    <dgm:cxn modelId="{8147F7CF-FF56-4EF7-A70D-605FDC0CCE0F}" type="presParOf" srcId="{32B20D31-4364-4270-88D7-522D3AA9F37D}" destId="{91BECBAC-576E-44C3-A484-6D35CF556F92}" srcOrd="28" destOrd="0" presId="urn:microsoft.com/office/officeart/2008/layout/LinedList"/>
    <dgm:cxn modelId="{F24FDC9C-D485-4D1F-8959-CBE4FF44A157}" type="presParOf" srcId="{91BECBAC-576E-44C3-A484-6D35CF556F92}" destId="{349D443F-77B5-4414-AF4E-12AE49233632}" srcOrd="0" destOrd="0" presId="urn:microsoft.com/office/officeart/2008/layout/LinedList"/>
    <dgm:cxn modelId="{37E28863-A84E-4667-A3C3-1640987FB7B8}" type="presParOf" srcId="{91BECBAC-576E-44C3-A484-6D35CF556F92}" destId="{24293987-BD3C-429F-BCB5-2791B75D33F5}" srcOrd="1" destOrd="0" presId="urn:microsoft.com/office/officeart/2008/layout/LinedList"/>
    <dgm:cxn modelId="{6B3EC7C5-1B64-41E9-A960-CC83F1988862}" type="presParOf" srcId="{91BECBAC-576E-44C3-A484-6D35CF556F92}" destId="{2AFC77E8-9FE1-4AAD-B5B0-C120A2D96958}" srcOrd="2" destOrd="0" presId="urn:microsoft.com/office/officeart/2008/layout/LinedList"/>
    <dgm:cxn modelId="{BC71D741-46B8-4F96-99F5-AB0BDD874A0C}" type="presParOf" srcId="{32B20D31-4364-4270-88D7-522D3AA9F37D}" destId="{D3A058B0-694B-4EC7-AC13-F56904B3B27F}" srcOrd="29" destOrd="0" presId="urn:microsoft.com/office/officeart/2008/layout/LinedList"/>
    <dgm:cxn modelId="{219E23B0-5CE4-45E2-9E32-470EE520501F}" type="presParOf" srcId="{32B20D31-4364-4270-88D7-522D3AA9F37D}" destId="{5E7200D6-EEA0-4A1C-9F6F-CC7E0D921D28}" srcOrd="30" destOrd="0" presId="urn:microsoft.com/office/officeart/2008/layout/LinedList"/>
    <dgm:cxn modelId="{882E5DCE-2E24-47E0-9E2B-7940DBB12EDC}" type="presParOf" srcId="{32B20D31-4364-4270-88D7-522D3AA9F37D}" destId="{B94F9F28-51C6-4E27-B8A5-286BF1016DFF}" srcOrd="31" destOrd="0" presId="urn:microsoft.com/office/officeart/2008/layout/LinedList"/>
    <dgm:cxn modelId="{6ECD913A-0AC2-413F-87BB-61E13CB386B9}" type="presParOf" srcId="{B94F9F28-51C6-4E27-B8A5-286BF1016DFF}" destId="{77FD97B2-387C-42B3-B2AC-0D16E9D754FF}" srcOrd="0" destOrd="0" presId="urn:microsoft.com/office/officeart/2008/layout/LinedList"/>
    <dgm:cxn modelId="{E9D1789B-06B3-4F67-A27E-964D6C45F294}" type="presParOf" srcId="{B94F9F28-51C6-4E27-B8A5-286BF1016DFF}" destId="{E8DD325A-3CB2-401F-9081-F2A6F9961678}" srcOrd="1" destOrd="0" presId="urn:microsoft.com/office/officeart/2008/layout/LinedList"/>
    <dgm:cxn modelId="{E6863009-03A3-40BF-888F-60B56778DB43}" type="presParOf" srcId="{B94F9F28-51C6-4E27-B8A5-286BF1016DFF}" destId="{8C5AE9D4-68D6-4665-BC81-869CF73554D4}" srcOrd="2" destOrd="0" presId="urn:microsoft.com/office/officeart/2008/layout/LinedList"/>
    <dgm:cxn modelId="{355593E1-1E0B-4A20-841F-70BFC87E0766}" type="presParOf" srcId="{32B20D31-4364-4270-88D7-522D3AA9F37D}" destId="{931304DE-CEF8-410E-B2DC-AA1ED0EAC618}" srcOrd="32" destOrd="0" presId="urn:microsoft.com/office/officeart/2008/layout/LinedList"/>
    <dgm:cxn modelId="{41F45F7C-105F-467A-BE96-A065919D0D11}" type="presParOf" srcId="{32B20D31-4364-4270-88D7-522D3AA9F37D}" destId="{5F0E01F0-35A1-49B7-BF33-5D49F953EF97}" srcOrd="33" destOrd="0" presId="urn:microsoft.com/office/officeart/2008/layout/LinedList"/>
    <dgm:cxn modelId="{95CE504D-D804-43C1-B9F4-BE3CBE4333AF}" type="presParOf" srcId="{32B20D31-4364-4270-88D7-522D3AA9F37D}" destId="{E9FFE410-E3B1-4A78-B385-E8D7D58FE0C1}" srcOrd="34" destOrd="0" presId="urn:microsoft.com/office/officeart/2008/layout/LinedList"/>
    <dgm:cxn modelId="{5ED4507C-6FDA-4672-B34F-5BEBD12397C7}" type="presParOf" srcId="{E9FFE410-E3B1-4A78-B385-E8D7D58FE0C1}" destId="{119E45B4-C621-41FD-9DCF-BE8EA8CA36F7}" srcOrd="0" destOrd="0" presId="urn:microsoft.com/office/officeart/2008/layout/LinedList"/>
    <dgm:cxn modelId="{F5D9A416-3BF8-4ADB-BD6C-802315D8024A}" type="presParOf" srcId="{E9FFE410-E3B1-4A78-B385-E8D7D58FE0C1}" destId="{72030890-A7DE-4F97-88C0-3940EB8B8347}" srcOrd="1" destOrd="0" presId="urn:microsoft.com/office/officeart/2008/layout/LinedList"/>
    <dgm:cxn modelId="{8E6B7D00-4B0E-4CB4-8219-EFC8F376F5E7}" type="presParOf" srcId="{E9FFE410-E3B1-4A78-B385-E8D7D58FE0C1}" destId="{EA3B1CB2-4ADB-4EA4-926D-42BC36F3471E}" srcOrd="2" destOrd="0" presId="urn:microsoft.com/office/officeart/2008/layout/LinedList"/>
    <dgm:cxn modelId="{95841C65-E06B-42AC-9A8C-672F946F3A35}" type="presParOf" srcId="{32B20D31-4364-4270-88D7-522D3AA9F37D}" destId="{2BECF685-E355-4426-BE67-3877FCF0D2D2}" srcOrd="35" destOrd="0" presId="urn:microsoft.com/office/officeart/2008/layout/LinedList"/>
    <dgm:cxn modelId="{2DFECFE2-CE44-4C79-9A87-A98758FFE5B8}" type="presParOf" srcId="{32B20D31-4364-4270-88D7-522D3AA9F37D}" destId="{D29FB3D2-077E-4B25-99E1-C01E8ACCDB33}" srcOrd="3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22E9664-D9BF-45FE-B7A5-14E02DB89EC6}" type="doc">
      <dgm:prSet loTypeId="urn:microsoft.com/office/officeart/2016/7/layout/RepeatingBendingProcessNew" loCatId="process" qsTypeId="urn:microsoft.com/office/officeart/2005/8/quickstyle/simple1#2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9CFCE6E7-7FE6-4CF8-B11D-6BECBF3511D8}">
      <dgm:prSet/>
      <dgm:spPr/>
      <dgm:t>
        <a:bodyPr/>
        <a:lstStyle/>
        <a:p>
          <a:r>
            <a:rPr lang="es-CL" noProof="0" dirty="0"/>
            <a:t>Generación de empleo </a:t>
          </a:r>
        </a:p>
      </dgm:t>
    </dgm:pt>
    <dgm:pt modelId="{24C5C5D8-6239-4414-A193-6EC9C2397663}" type="parTrans" cxnId="{36F21E52-4831-41AB-AD87-910AC91CDE69}">
      <dgm:prSet/>
      <dgm:spPr/>
      <dgm:t>
        <a:bodyPr/>
        <a:lstStyle/>
        <a:p>
          <a:endParaRPr lang="en-US"/>
        </a:p>
      </dgm:t>
    </dgm:pt>
    <dgm:pt modelId="{A3DF9D08-F8FA-45F8-9C21-51CD2B0A396F}" type="sibTrans" cxnId="{36F21E52-4831-41AB-AD87-910AC91CDE69}">
      <dgm:prSet/>
      <dgm:spPr/>
      <dgm:t>
        <a:bodyPr/>
        <a:lstStyle/>
        <a:p>
          <a:endParaRPr lang="es-CL" noProof="0" dirty="0"/>
        </a:p>
      </dgm:t>
    </dgm:pt>
    <dgm:pt modelId="{5C439AA5-AFD2-412B-904F-BF0CCACE8FBE}">
      <dgm:prSet/>
      <dgm:spPr/>
      <dgm:t>
        <a:bodyPr/>
        <a:lstStyle/>
        <a:p>
          <a:r>
            <a:rPr lang="es-CL" noProof="0" dirty="0"/>
            <a:t>mayor oferta de productos y servicios</a:t>
          </a:r>
        </a:p>
      </dgm:t>
    </dgm:pt>
    <dgm:pt modelId="{86A314B2-0B7B-40F4-9769-0A1653E8EE17}" type="parTrans" cxnId="{4D8EF14A-E180-4307-8D80-07F5531400F9}">
      <dgm:prSet/>
      <dgm:spPr/>
      <dgm:t>
        <a:bodyPr/>
        <a:lstStyle/>
        <a:p>
          <a:endParaRPr lang="en-US"/>
        </a:p>
      </dgm:t>
    </dgm:pt>
    <dgm:pt modelId="{49BBFC74-DDE2-4A43-B079-BA5ADCC06962}" type="sibTrans" cxnId="{4D8EF14A-E180-4307-8D80-07F5531400F9}">
      <dgm:prSet/>
      <dgm:spPr/>
      <dgm:t>
        <a:bodyPr/>
        <a:lstStyle/>
        <a:p>
          <a:endParaRPr lang="es-CL" noProof="0" dirty="0"/>
        </a:p>
      </dgm:t>
    </dgm:pt>
    <dgm:pt modelId="{A61E0BAE-2A05-4BF7-91BC-401662B028B0}">
      <dgm:prSet/>
      <dgm:spPr/>
      <dgm:t>
        <a:bodyPr/>
        <a:lstStyle/>
        <a:p>
          <a:r>
            <a:rPr lang="es-CL" noProof="0" dirty="0"/>
            <a:t>Encadenamientos productivos</a:t>
          </a:r>
        </a:p>
      </dgm:t>
    </dgm:pt>
    <dgm:pt modelId="{EABC766A-DDCA-4F24-81E9-36806557B571}" type="parTrans" cxnId="{557C40E6-0ED3-4EDD-8C46-4AB4755D0C2A}">
      <dgm:prSet/>
      <dgm:spPr/>
      <dgm:t>
        <a:bodyPr/>
        <a:lstStyle/>
        <a:p>
          <a:endParaRPr lang="en-US"/>
        </a:p>
      </dgm:t>
    </dgm:pt>
    <dgm:pt modelId="{D9702365-9E92-41B6-9A28-9E15B57F2669}" type="sibTrans" cxnId="{557C40E6-0ED3-4EDD-8C46-4AB4755D0C2A}">
      <dgm:prSet/>
      <dgm:spPr/>
      <dgm:t>
        <a:bodyPr/>
        <a:lstStyle/>
        <a:p>
          <a:endParaRPr lang="es-CL" noProof="0" dirty="0"/>
        </a:p>
      </dgm:t>
    </dgm:pt>
    <dgm:pt modelId="{09E976D1-9F57-4C36-9316-C78EE255FA44}">
      <dgm:prSet/>
      <dgm:spPr/>
      <dgm:t>
        <a:bodyPr/>
        <a:lstStyle/>
        <a:p>
          <a:r>
            <a:rPr lang="es-CL" noProof="0" dirty="0"/>
            <a:t>Uso eficiente de un inmueble fiscal</a:t>
          </a:r>
        </a:p>
      </dgm:t>
    </dgm:pt>
    <dgm:pt modelId="{97402B97-3E4C-4BC4-B974-49E1B81A6BDA}" type="parTrans" cxnId="{38D4081B-72E0-40EC-B5FC-E6784D9D59C6}">
      <dgm:prSet/>
      <dgm:spPr/>
      <dgm:t>
        <a:bodyPr/>
        <a:lstStyle/>
        <a:p>
          <a:endParaRPr lang="en-US"/>
        </a:p>
      </dgm:t>
    </dgm:pt>
    <dgm:pt modelId="{5C9B3BAD-76B1-4F70-962C-25EFA62D31D1}" type="sibTrans" cxnId="{38D4081B-72E0-40EC-B5FC-E6784D9D59C6}">
      <dgm:prSet/>
      <dgm:spPr/>
      <dgm:t>
        <a:bodyPr/>
        <a:lstStyle/>
        <a:p>
          <a:endParaRPr lang="es-CL" noProof="0" dirty="0"/>
        </a:p>
      </dgm:t>
    </dgm:pt>
    <dgm:pt modelId="{3B9517BA-1160-4EF8-BDB0-93510EC89D10}">
      <dgm:prSet/>
      <dgm:spPr/>
      <dgm:t>
        <a:bodyPr/>
        <a:lstStyle/>
        <a:p>
          <a:r>
            <a:rPr lang="es-CL" noProof="0" dirty="0"/>
            <a:t>Aporte al desarrollo económico regional</a:t>
          </a:r>
        </a:p>
      </dgm:t>
    </dgm:pt>
    <dgm:pt modelId="{F28923EF-3D43-46BD-AA9B-9B21D5A08322}" type="parTrans" cxnId="{82E91EB9-BE0B-4103-8400-CD254C680856}">
      <dgm:prSet/>
      <dgm:spPr/>
      <dgm:t>
        <a:bodyPr/>
        <a:lstStyle/>
        <a:p>
          <a:endParaRPr lang="en-US"/>
        </a:p>
      </dgm:t>
    </dgm:pt>
    <dgm:pt modelId="{F012FB81-E654-47C4-AA13-AD45FABAD9F0}" type="sibTrans" cxnId="{82E91EB9-BE0B-4103-8400-CD254C680856}">
      <dgm:prSet/>
      <dgm:spPr/>
      <dgm:t>
        <a:bodyPr/>
        <a:lstStyle/>
        <a:p>
          <a:endParaRPr lang="es-CL" noProof="0" dirty="0"/>
        </a:p>
      </dgm:t>
    </dgm:pt>
    <dgm:pt modelId="{2CEB3EC6-1E26-4530-BC86-197F81A3917F}">
      <dgm:prSet/>
      <dgm:spPr/>
      <dgm:t>
        <a:bodyPr/>
        <a:lstStyle/>
        <a:p>
          <a:r>
            <a:rPr lang="es-CL" noProof="0" dirty="0"/>
            <a:t>Proyecto sustentable y de bajo impacto </a:t>
          </a:r>
        </a:p>
      </dgm:t>
    </dgm:pt>
    <dgm:pt modelId="{AEA14053-4390-4DAA-BB2A-C8CA09CC2068}" type="parTrans" cxnId="{7A93A031-EAB1-41F4-A595-B8150A09886E}">
      <dgm:prSet/>
      <dgm:spPr/>
      <dgm:t>
        <a:bodyPr/>
        <a:lstStyle/>
        <a:p>
          <a:endParaRPr lang="en-US"/>
        </a:p>
      </dgm:t>
    </dgm:pt>
    <dgm:pt modelId="{6F0A04BE-482D-40CA-A799-126BC1228AB5}" type="sibTrans" cxnId="{7A93A031-EAB1-41F4-A595-B8150A09886E}">
      <dgm:prSet/>
      <dgm:spPr/>
      <dgm:t>
        <a:bodyPr/>
        <a:lstStyle/>
        <a:p>
          <a:endParaRPr lang="en-US"/>
        </a:p>
      </dgm:t>
    </dgm:pt>
    <dgm:pt modelId="{12704C53-2B10-4BC6-8E29-7686F556E07D}" type="pres">
      <dgm:prSet presAssocID="{022E9664-D9BF-45FE-B7A5-14E02DB89EC6}" presName="Name0" presStyleCnt="0">
        <dgm:presLayoutVars>
          <dgm:dir/>
          <dgm:resizeHandles val="exact"/>
        </dgm:presLayoutVars>
      </dgm:prSet>
      <dgm:spPr/>
    </dgm:pt>
    <dgm:pt modelId="{CE434049-130E-4A53-88E6-78DBE7B764FD}" type="pres">
      <dgm:prSet presAssocID="{9CFCE6E7-7FE6-4CF8-B11D-6BECBF3511D8}" presName="node" presStyleLbl="node1" presStyleIdx="0" presStyleCnt="6">
        <dgm:presLayoutVars>
          <dgm:bulletEnabled val="1"/>
        </dgm:presLayoutVars>
      </dgm:prSet>
      <dgm:spPr/>
    </dgm:pt>
    <dgm:pt modelId="{9E02697A-4813-4E4B-BEB2-E1CC7197A0C6}" type="pres">
      <dgm:prSet presAssocID="{A3DF9D08-F8FA-45F8-9C21-51CD2B0A396F}" presName="sibTrans" presStyleLbl="sibTrans1D1" presStyleIdx="0" presStyleCnt="5"/>
      <dgm:spPr/>
    </dgm:pt>
    <dgm:pt modelId="{09D97EEE-472F-46D8-9067-DD09B3D0A16B}" type="pres">
      <dgm:prSet presAssocID="{A3DF9D08-F8FA-45F8-9C21-51CD2B0A396F}" presName="connectorText" presStyleLbl="sibTrans1D1" presStyleIdx="0" presStyleCnt="5"/>
      <dgm:spPr/>
    </dgm:pt>
    <dgm:pt modelId="{8DD16F7A-DAA0-4F04-8E40-E97827647D27}" type="pres">
      <dgm:prSet presAssocID="{5C439AA5-AFD2-412B-904F-BF0CCACE8FBE}" presName="node" presStyleLbl="node1" presStyleIdx="1" presStyleCnt="6">
        <dgm:presLayoutVars>
          <dgm:bulletEnabled val="1"/>
        </dgm:presLayoutVars>
      </dgm:prSet>
      <dgm:spPr/>
    </dgm:pt>
    <dgm:pt modelId="{46C21554-0899-41A6-A59C-003F8D0D260C}" type="pres">
      <dgm:prSet presAssocID="{49BBFC74-DDE2-4A43-B079-BA5ADCC06962}" presName="sibTrans" presStyleLbl="sibTrans1D1" presStyleIdx="1" presStyleCnt="5"/>
      <dgm:spPr/>
    </dgm:pt>
    <dgm:pt modelId="{7F6B28F5-3B72-4C0A-9891-618425A871B8}" type="pres">
      <dgm:prSet presAssocID="{49BBFC74-DDE2-4A43-B079-BA5ADCC06962}" presName="connectorText" presStyleLbl="sibTrans1D1" presStyleIdx="1" presStyleCnt="5"/>
      <dgm:spPr/>
    </dgm:pt>
    <dgm:pt modelId="{102F9B19-9144-488E-944B-95999D68C6A7}" type="pres">
      <dgm:prSet presAssocID="{A61E0BAE-2A05-4BF7-91BC-401662B028B0}" presName="node" presStyleLbl="node1" presStyleIdx="2" presStyleCnt="6">
        <dgm:presLayoutVars>
          <dgm:bulletEnabled val="1"/>
        </dgm:presLayoutVars>
      </dgm:prSet>
      <dgm:spPr/>
    </dgm:pt>
    <dgm:pt modelId="{1CEE25EA-C25A-4448-ACE9-270E1CD7A2F6}" type="pres">
      <dgm:prSet presAssocID="{D9702365-9E92-41B6-9A28-9E15B57F2669}" presName="sibTrans" presStyleLbl="sibTrans1D1" presStyleIdx="2" presStyleCnt="5"/>
      <dgm:spPr/>
    </dgm:pt>
    <dgm:pt modelId="{0E4D09BE-8E37-471E-AA42-83D24A121278}" type="pres">
      <dgm:prSet presAssocID="{D9702365-9E92-41B6-9A28-9E15B57F2669}" presName="connectorText" presStyleLbl="sibTrans1D1" presStyleIdx="2" presStyleCnt="5"/>
      <dgm:spPr/>
    </dgm:pt>
    <dgm:pt modelId="{E6427C5F-A695-4B83-BF17-E6C72B1C05CD}" type="pres">
      <dgm:prSet presAssocID="{09E976D1-9F57-4C36-9316-C78EE255FA44}" presName="node" presStyleLbl="node1" presStyleIdx="3" presStyleCnt="6">
        <dgm:presLayoutVars>
          <dgm:bulletEnabled val="1"/>
        </dgm:presLayoutVars>
      </dgm:prSet>
      <dgm:spPr/>
    </dgm:pt>
    <dgm:pt modelId="{564ED4FE-6CBE-4FEA-A8A3-B1ED03DC52AF}" type="pres">
      <dgm:prSet presAssocID="{5C9B3BAD-76B1-4F70-962C-25EFA62D31D1}" presName="sibTrans" presStyleLbl="sibTrans1D1" presStyleIdx="3" presStyleCnt="5"/>
      <dgm:spPr/>
    </dgm:pt>
    <dgm:pt modelId="{520DFDA2-368A-49E9-B05D-58A05D2AAAA7}" type="pres">
      <dgm:prSet presAssocID="{5C9B3BAD-76B1-4F70-962C-25EFA62D31D1}" presName="connectorText" presStyleLbl="sibTrans1D1" presStyleIdx="3" presStyleCnt="5"/>
      <dgm:spPr/>
    </dgm:pt>
    <dgm:pt modelId="{DB2F8DA4-0233-4C1E-A425-3B4CC4EB5519}" type="pres">
      <dgm:prSet presAssocID="{3B9517BA-1160-4EF8-BDB0-93510EC89D10}" presName="node" presStyleLbl="node1" presStyleIdx="4" presStyleCnt="6">
        <dgm:presLayoutVars>
          <dgm:bulletEnabled val="1"/>
        </dgm:presLayoutVars>
      </dgm:prSet>
      <dgm:spPr/>
    </dgm:pt>
    <dgm:pt modelId="{457B7D8D-E09B-41F0-A302-9078DF9387A9}" type="pres">
      <dgm:prSet presAssocID="{F012FB81-E654-47C4-AA13-AD45FABAD9F0}" presName="sibTrans" presStyleLbl="sibTrans1D1" presStyleIdx="4" presStyleCnt="5"/>
      <dgm:spPr/>
    </dgm:pt>
    <dgm:pt modelId="{C6464565-EE7E-407E-BCE3-04EC66ECC25E}" type="pres">
      <dgm:prSet presAssocID="{F012FB81-E654-47C4-AA13-AD45FABAD9F0}" presName="connectorText" presStyleLbl="sibTrans1D1" presStyleIdx="4" presStyleCnt="5"/>
      <dgm:spPr/>
    </dgm:pt>
    <dgm:pt modelId="{2DCB10F6-33A3-4671-81B3-D9D86E36279B}" type="pres">
      <dgm:prSet presAssocID="{2CEB3EC6-1E26-4530-BC86-197F81A3917F}" presName="node" presStyleLbl="node1" presStyleIdx="5" presStyleCnt="6">
        <dgm:presLayoutVars>
          <dgm:bulletEnabled val="1"/>
        </dgm:presLayoutVars>
      </dgm:prSet>
      <dgm:spPr/>
    </dgm:pt>
  </dgm:ptLst>
  <dgm:cxnLst>
    <dgm:cxn modelId="{67091D00-FF52-4325-9BB0-4C1201DB53D0}" type="presOf" srcId="{49BBFC74-DDE2-4A43-B079-BA5ADCC06962}" destId="{7F6B28F5-3B72-4C0A-9891-618425A871B8}" srcOrd="1" destOrd="0" presId="urn:microsoft.com/office/officeart/2016/7/layout/RepeatingBendingProcessNew"/>
    <dgm:cxn modelId="{2A2CDD08-4DEB-44B5-9408-4F1EA6D36B90}" type="presOf" srcId="{D9702365-9E92-41B6-9A28-9E15B57F2669}" destId="{0E4D09BE-8E37-471E-AA42-83D24A121278}" srcOrd="1" destOrd="0" presId="urn:microsoft.com/office/officeart/2016/7/layout/RepeatingBendingProcessNew"/>
    <dgm:cxn modelId="{5A6CDE1A-99CC-4AB4-B359-53E3BAAC1076}" type="presOf" srcId="{3B9517BA-1160-4EF8-BDB0-93510EC89D10}" destId="{DB2F8DA4-0233-4C1E-A425-3B4CC4EB5519}" srcOrd="0" destOrd="0" presId="urn:microsoft.com/office/officeart/2016/7/layout/RepeatingBendingProcessNew"/>
    <dgm:cxn modelId="{38D4081B-72E0-40EC-B5FC-E6784D9D59C6}" srcId="{022E9664-D9BF-45FE-B7A5-14E02DB89EC6}" destId="{09E976D1-9F57-4C36-9316-C78EE255FA44}" srcOrd="3" destOrd="0" parTransId="{97402B97-3E4C-4BC4-B974-49E1B81A6BDA}" sibTransId="{5C9B3BAD-76B1-4F70-962C-25EFA62D31D1}"/>
    <dgm:cxn modelId="{0D39A421-5020-4A1B-80BB-14168CFF2B30}" type="presOf" srcId="{A3DF9D08-F8FA-45F8-9C21-51CD2B0A396F}" destId="{9E02697A-4813-4E4B-BEB2-E1CC7197A0C6}" srcOrd="0" destOrd="0" presId="urn:microsoft.com/office/officeart/2016/7/layout/RepeatingBendingProcessNew"/>
    <dgm:cxn modelId="{8D2FB42D-03E2-4E9C-8B16-150EBF7B5497}" type="presOf" srcId="{49BBFC74-DDE2-4A43-B079-BA5ADCC06962}" destId="{46C21554-0899-41A6-A59C-003F8D0D260C}" srcOrd="0" destOrd="0" presId="urn:microsoft.com/office/officeart/2016/7/layout/RepeatingBendingProcessNew"/>
    <dgm:cxn modelId="{C42AFC2F-7ADE-43D5-9CF3-A68E8E493A5A}" type="presOf" srcId="{A3DF9D08-F8FA-45F8-9C21-51CD2B0A396F}" destId="{09D97EEE-472F-46D8-9067-DD09B3D0A16B}" srcOrd="1" destOrd="0" presId="urn:microsoft.com/office/officeart/2016/7/layout/RepeatingBendingProcessNew"/>
    <dgm:cxn modelId="{7A93A031-EAB1-41F4-A595-B8150A09886E}" srcId="{022E9664-D9BF-45FE-B7A5-14E02DB89EC6}" destId="{2CEB3EC6-1E26-4530-BC86-197F81A3917F}" srcOrd="5" destOrd="0" parTransId="{AEA14053-4390-4DAA-BB2A-C8CA09CC2068}" sibTransId="{6F0A04BE-482D-40CA-A799-126BC1228AB5}"/>
    <dgm:cxn modelId="{C2CD1E3A-E5CA-46CA-AA38-6B58202BD44F}" type="presOf" srcId="{2CEB3EC6-1E26-4530-BC86-197F81A3917F}" destId="{2DCB10F6-33A3-4671-81B3-D9D86E36279B}" srcOrd="0" destOrd="0" presId="urn:microsoft.com/office/officeart/2016/7/layout/RepeatingBendingProcessNew"/>
    <dgm:cxn modelId="{73323D45-9AE6-441A-B3D7-388DCA0F4E53}" type="presOf" srcId="{9CFCE6E7-7FE6-4CF8-B11D-6BECBF3511D8}" destId="{CE434049-130E-4A53-88E6-78DBE7B764FD}" srcOrd="0" destOrd="0" presId="urn:microsoft.com/office/officeart/2016/7/layout/RepeatingBendingProcessNew"/>
    <dgm:cxn modelId="{4D8EF14A-E180-4307-8D80-07F5531400F9}" srcId="{022E9664-D9BF-45FE-B7A5-14E02DB89EC6}" destId="{5C439AA5-AFD2-412B-904F-BF0CCACE8FBE}" srcOrd="1" destOrd="0" parTransId="{86A314B2-0B7B-40F4-9769-0A1653E8EE17}" sibTransId="{49BBFC74-DDE2-4A43-B079-BA5ADCC06962}"/>
    <dgm:cxn modelId="{A6C47E4E-4231-448F-A5AB-5EA46E8663A0}" type="presOf" srcId="{F012FB81-E654-47C4-AA13-AD45FABAD9F0}" destId="{457B7D8D-E09B-41F0-A302-9078DF9387A9}" srcOrd="0" destOrd="0" presId="urn:microsoft.com/office/officeart/2016/7/layout/RepeatingBendingProcessNew"/>
    <dgm:cxn modelId="{02555A70-58B0-4E4E-ACDE-97AFE8D032F2}" type="presOf" srcId="{A61E0BAE-2A05-4BF7-91BC-401662B028B0}" destId="{102F9B19-9144-488E-944B-95999D68C6A7}" srcOrd="0" destOrd="0" presId="urn:microsoft.com/office/officeart/2016/7/layout/RepeatingBendingProcessNew"/>
    <dgm:cxn modelId="{36F21E52-4831-41AB-AD87-910AC91CDE69}" srcId="{022E9664-D9BF-45FE-B7A5-14E02DB89EC6}" destId="{9CFCE6E7-7FE6-4CF8-B11D-6BECBF3511D8}" srcOrd="0" destOrd="0" parTransId="{24C5C5D8-6239-4414-A193-6EC9C2397663}" sibTransId="{A3DF9D08-F8FA-45F8-9C21-51CD2B0A396F}"/>
    <dgm:cxn modelId="{2A52CE8A-E689-4C59-8641-9AB36101CAC6}" type="presOf" srcId="{F012FB81-E654-47C4-AA13-AD45FABAD9F0}" destId="{C6464565-EE7E-407E-BCE3-04EC66ECC25E}" srcOrd="1" destOrd="0" presId="urn:microsoft.com/office/officeart/2016/7/layout/RepeatingBendingProcessNew"/>
    <dgm:cxn modelId="{36637898-D2E9-4AD8-BB2A-0BD851CAD8B7}" type="presOf" srcId="{D9702365-9E92-41B6-9A28-9E15B57F2669}" destId="{1CEE25EA-C25A-4448-ACE9-270E1CD7A2F6}" srcOrd="0" destOrd="0" presId="urn:microsoft.com/office/officeart/2016/7/layout/RepeatingBendingProcessNew"/>
    <dgm:cxn modelId="{7DB7E898-F38D-43F0-8DCA-512F753D37C1}" type="presOf" srcId="{09E976D1-9F57-4C36-9316-C78EE255FA44}" destId="{E6427C5F-A695-4B83-BF17-E6C72B1C05CD}" srcOrd="0" destOrd="0" presId="urn:microsoft.com/office/officeart/2016/7/layout/RepeatingBendingProcessNew"/>
    <dgm:cxn modelId="{7CA4F0A1-61EE-414A-A3D7-81B40B96D8D0}" type="presOf" srcId="{022E9664-D9BF-45FE-B7A5-14E02DB89EC6}" destId="{12704C53-2B10-4BC6-8E29-7686F556E07D}" srcOrd="0" destOrd="0" presId="urn:microsoft.com/office/officeart/2016/7/layout/RepeatingBendingProcessNew"/>
    <dgm:cxn modelId="{82E91EB9-BE0B-4103-8400-CD254C680856}" srcId="{022E9664-D9BF-45FE-B7A5-14E02DB89EC6}" destId="{3B9517BA-1160-4EF8-BDB0-93510EC89D10}" srcOrd="4" destOrd="0" parTransId="{F28923EF-3D43-46BD-AA9B-9B21D5A08322}" sibTransId="{F012FB81-E654-47C4-AA13-AD45FABAD9F0}"/>
    <dgm:cxn modelId="{12AA92E3-8CB1-4026-8930-7E4CBAF84F9A}" type="presOf" srcId="{5C9B3BAD-76B1-4F70-962C-25EFA62D31D1}" destId="{564ED4FE-6CBE-4FEA-A8A3-B1ED03DC52AF}" srcOrd="0" destOrd="0" presId="urn:microsoft.com/office/officeart/2016/7/layout/RepeatingBendingProcessNew"/>
    <dgm:cxn modelId="{557C40E6-0ED3-4EDD-8C46-4AB4755D0C2A}" srcId="{022E9664-D9BF-45FE-B7A5-14E02DB89EC6}" destId="{A61E0BAE-2A05-4BF7-91BC-401662B028B0}" srcOrd="2" destOrd="0" parTransId="{EABC766A-DDCA-4F24-81E9-36806557B571}" sibTransId="{D9702365-9E92-41B6-9A28-9E15B57F2669}"/>
    <dgm:cxn modelId="{61ADE6E9-990B-497A-8537-FE05B91F1A0B}" type="presOf" srcId="{5C439AA5-AFD2-412B-904F-BF0CCACE8FBE}" destId="{8DD16F7A-DAA0-4F04-8E40-E97827647D27}" srcOrd="0" destOrd="0" presId="urn:microsoft.com/office/officeart/2016/7/layout/RepeatingBendingProcessNew"/>
    <dgm:cxn modelId="{ADF610F0-4BB3-40A7-BCF8-13738296D3E6}" type="presOf" srcId="{5C9B3BAD-76B1-4F70-962C-25EFA62D31D1}" destId="{520DFDA2-368A-49E9-B05D-58A05D2AAAA7}" srcOrd="1" destOrd="0" presId="urn:microsoft.com/office/officeart/2016/7/layout/RepeatingBendingProcessNew"/>
    <dgm:cxn modelId="{587208F5-A289-4115-A40D-75A2AA7311C4}" type="presParOf" srcId="{12704C53-2B10-4BC6-8E29-7686F556E07D}" destId="{CE434049-130E-4A53-88E6-78DBE7B764FD}" srcOrd="0" destOrd="0" presId="urn:microsoft.com/office/officeart/2016/7/layout/RepeatingBendingProcessNew"/>
    <dgm:cxn modelId="{6DCF3D73-F73A-4DEA-BA9F-ED236F37F88D}" type="presParOf" srcId="{12704C53-2B10-4BC6-8E29-7686F556E07D}" destId="{9E02697A-4813-4E4B-BEB2-E1CC7197A0C6}" srcOrd="1" destOrd="0" presId="urn:microsoft.com/office/officeart/2016/7/layout/RepeatingBendingProcessNew"/>
    <dgm:cxn modelId="{9D62A2AC-456F-409A-AE46-67A955768E7A}" type="presParOf" srcId="{9E02697A-4813-4E4B-BEB2-E1CC7197A0C6}" destId="{09D97EEE-472F-46D8-9067-DD09B3D0A16B}" srcOrd="0" destOrd="0" presId="urn:microsoft.com/office/officeart/2016/7/layout/RepeatingBendingProcessNew"/>
    <dgm:cxn modelId="{6E9A4B3E-3678-4F8C-90BF-61FD87005149}" type="presParOf" srcId="{12704C53-2B10-4BC6-8E29-7686F556E07D}" destId="{8DD16F7A-DAA0-4F04-8E40-E97827647D27}" srcOrd="2" destOrd="0" presId="urn:microsoft.com/office/officeart/2016/7/layout/RepeatingBendingProcessNew"/>
    <dgm:cxn modelId="{A14A786E-B855-4646-B41A-A76A553F4C5A}" type="presParOf" srcId="{12704C53-2B10-4BC6-8E29-7686F556E07D}" destId="{46C21554-0899-41A6-A59C-003F8D0D260C}" srcOrd="3" destOrd="0" presId="urn:microsoft.com/office/officeart/2016/7/layout/RepeatingBendingProcessNew"/>
    <dgm:cxn modelId="{65D5E436-F6DB-4E67-833D-115640D7D8C1}" type="presParOf" srcId="{46C21554-0899-41A6-A59C-003F8D0D260C}" destId="{7F6B28F5-3B72-4C0A-9891-618425A871B8}" srcOrd="0" destOrd="0" presId="urn:microsoft.com/office/officeart/2016/7/layout/RepeatingBendingProcessNew"/>
    <dgm:cxn modelId="{E8666F7B-94DA-42B1-A28B-5E2A23790136}" type="presParOf" srcId="{12704C53-2B10-4BC6-8E29-7686F556E07D}" destId="{102F9B19-9144-488E-944B-95999D68C6A7}" srcOrd="4" destOrd="0" presId="urn:microsoft.com/office/officeart/2016/7/layout/RepeatingBendingProcessNew"/>
    <dgm:cxn modelId="{B0960719-B3F1-4CF4-B713-782FEDD97622}" type="presParOf" srcId="{12704C53-2B10-4BC6-8E29-7686F556E07D}" destId="{1CEE25EA-C25A-4448-ACE9-270E1CD7A2F6}" srcOrd="5" destOrd="0" presId="urn:microsoft.com/office/officeart/2016/7/layout/RepeatingBendingProcessNew"/>
    <dgm:cxn modelId="{809C0A1C-E32B-45E2-9A2E-C2B820B8806C}" type="presParOf" srcId="{1CEE25EA-C25A-4448-ACE9-270E1CD7A2F6}" destId="{0E4D09BE-8E37-471E-AA42-83D24A121278}" srcOrd="0" destOrd="0" presId="urn:microsoft.com/office/officeart/2016/7/layout/RepeatingBendingProcessNew"/>
    <dgm:cxn modelId="{11CEA8F4-6E33-4160-BFA3-6BB7A33307A4}" type="presParOf" srcId="{12704C53-2B10-4BC6-8E29-7686F556E07D}" destId="{E6427C5F-A695-4B83-BF17-E6C72B1C05CD}" srcOrd="6" destOrd="0" presId="urn:microsoft.com/office/officeart/2016/7/layout/RepeatingBendingProcessNew"/>
    <dgm:cxn modelId="{75DB086C-A890-4261-9BD1-2672FDE56608}" type="presParOf" srcId="{12704C53-2B10-4BC6-8E29-7686F556E07D}" destId="{564ED4FE-6CBE-4FEA-A8A3-B1ED03DC52AF}" srcOrd="7" destOrd="0" presId="urn:microsoft.com/office/officeart/2016/7/layout/RepeatingBendingProcessNew"/>
    <dgm:cxn modelId="{DB600E22-0DA3-4895-BAE7-ED890B26E013}" type="presParOf" srcId="{564ED4FE-6CBE-4FEA-A8A3-B1ED03DC52AF}" destId="{520DFDA2-368A-49E9-B05D-58A05D2AAAA7}" srcOrd="0" destOrd="0" presId="urn:microsoft.com/office/officeart/2016/7/layout/RepeatingBendingProcessNew"/>
    <dgm:cxn modelId="{A366C527-2873-44D4-976C-A8B9658EED2A}" type="presParOf" srcId="{12704C53-2B10-4BC6-8E29-7686F556E07D}" destId="{DB2F8DA4-0233-4C1E-A425-3B4CC4EB5519}" srcOrd="8" destOrd="0" presId="urn:microsoft.com/office/officeart/2016/7/layout/RepeatingBendingProcessNew"/>
    <dgm:cxn modelId="{6CE53818-612C-4509-95BE-19B91F412EB0}" type="presParOf" srcId="{12704C53-2B10-4BC6-8E29-7686F556E07D}" destId="{457B7D8D-E09B-41F0-A302-9078DF9387A9}" srcOrd="9" destOrd="0" presId="urn:microsoft.com/office/officeart/2016/7/layout/RepeatingBendingProcessNew"/>
    <dgm:cxn modelId="{FD39F31D-264C-40CA-90DA-ABBB4708D786}" type="presParOf" srcId="{457B7D8D-E09B-41F0-A302-9078DF9387A9}" destId="{C6464565-EE7E-407E-BCE3-04EC66ECC25E}" srcOrd="0" destOrd="0" presId="urn:microsoft.com/office/officeart/2016/7/layout/RepeatingBendingProcessNew"/>
    <dgm:cxn modelId="{9D83B019-F80B-457D-BB7A-CCF5F9BDB5F6}" type="presParOf" srcId="{12704C53-2B10-4BC6-8E29-7686F556E07D}" destId="{2DCB10F6-33A3-4671-81B3-D9D86E36279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4244A-A2D5-4C1C-A96A-8FA187B0EA37}">
      <dsp:nvSpPr>
        <dsp:cNvPr id="0" name=""/>
        <dsp:cNvSpPr/>
      </dsp:nvSpPr>
      <dsp:spPr>
        <a:xfrm>
          <a:off x="1136310" y="439061"/>
          <a:ext cx="932477" cy="9324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AC934-CF19-47BA-8E0C-BC9176E32B2C}">
      <dsp:nvSpPr>
        <dsp:cNvPr id="0" name=""/>
        <dsp:cNvSpPr/>
      </dsp:nvSpPr>
      <dsp:spPr>
        <a:xfrm>
          <a:off x="566462" y="1663250"/>
          <a:ext cx="2072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300" kern="1200" noProof="0" dirty="0"/>
            <a:t>Conocimiento técnico</a:t>
          </a:r>
        </a:p>
      </dsp:txBody>
      <dsp:txXfrm>
        <a:off x="566462" y="1663250"/>
        <a:ext cx="2072172" cy="720000"/>
      </dsp:txXfrm>
    </dsp:sp>
    <dsp:sp modelId="{8ADBF364-4BDA-4160-9D89-15A5B3301B78}">
      <dsp:nvSpPr>
        <dsp:cNvPr id="0" name=""/>
        <dsp:cNvSpPr/>
      </dsp:nvSpPr>
      <dsp:spPr>
        <a:xfrm>
          <a:off x="3571112" y="439061"/>
          <a:ext cx="932477" cy="9324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891313-CB9C-4CD0-8973-E96BE6DEE28B}">
      <dsp:nvSpPr>
        <dsp:cNvPr id="0" name=""/>
        <dsp:cNvSpPr/>
      </dsp:nvSpPr>
      <dsp:spPr>
        <a:xfrm>
          <a:off x="3001264" y="1663250"/>
          <a:ext cx="2072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300" kern="1200" noProof="0" dirty="0"/>
            <a:t>Capacidad de gestión</a:t>
          </a:r>
        </a:p>
      </dsp:txBody>
      <dsp:txXfrm>
        <a:off x="3001264" y="1663250"/>
        <a:ext cx="2072172" cy="720000"/>
      </dsp:txXfrm>
    </dsp:sp>
    <dsp:sp modelId="{B409E853-FB4C-4FB2-A2B1-05EE7BF00933}">
      <dsp:nvSpPr>
        <dsp:cNvPr id="0" name=""/>
        <dsp:cNvSpPr/>
      </dsp:nvSpPr>
      <dsp:spPr>
        <a:xfrm>
          <a:off x="6005914" y="439061"/>
          <a:ext cx="932477" cy="9324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800D4-8735-4B7F-9A71-1BC536A83ED8}">
      <dsp:nvSpPr>
        <dsp:cNvPr id="0" name=""/>
        <dsp:cNvSpPr/>
      </dsp:nvSpPr>
      <dsp:spPr>
        <a:xfrm>
          <a:off x="5436067" y="1663250"/>
          <a:ext cx="2072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300" kern="1200" noProof="0" dirty="0"/>
            <a:t>Experiencia comprobable</a:t>
          </a:r>
        </a:p>
      </dsp:txBody>
      <dsp:txXfrm>
        <a:off x="5436067" y="1663250"/>
        <a:ext cx="2072172" cy="720000"/>
      </dsp:txXfrm>
    </dsp:sp>
    <dsp:sp modelId="{FAA41651-493B-403B-8329-D2FD90FA6A2F}">
      <dsp:nvSpPr>
        <dsp:cNvPr id="0" name=""/>
        <dsp:cNvSpPr/>
      </dsp:nvSpPr>
      <dsp:spPr>
        <a:xfrm>
          <a:off x="8440716" y="439061"/>
          <a:ext cx="932477" cy="9324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16F5C-3840-4760-BDDD-7B98FAB403B3}">
      <dsp:nvSpPr>
        <dsp:cNvPr id="0" name=""/>
        <dsp:cNvSpPr/>
      </dsp:nvSpPr>
      <dsp:spPr>
        <a:xfrm>
          <a:off x="7870869" y="1663250"/>
          <a:ext cx="2072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300" kern="1200" noProof="0" dirty="0"/>
            <a:t>Compromiso con la región</a:t>
          </a:r>
        </a:p>
      </dsp:txBody>
      <dsp:txXfrm>
        <a:off x="7870869" y="1663250"/>
        <a:ext cx="207217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1252F7-35CD-4E14-9B5C-BE22744FAFC3}">
      <dsp:nvSpPr>
        <dsp:cNvPr id="0" name=""/>
        <dsp:cNvSpPr/>
      </dsp:nvSpPr>
      <dsp:spPr>
        <a:xfrm>
          <a:off x="0" y="594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F9E977-1C12-4BEF-BFEA-12EFAFC0D2FE}">
      <dsp:nvSpPr>
        <dsp:cNvPr id="0" name=""/>
        <dsp:cNvSpPr/>
      </dsp:nvSpPr>
      <dsp:spPr>
        <a:xfrm>
          <a:off x="0" y="594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b="1" kern="1200" noProof="0" dirty="0"/>
            <a:t>Objetivos específicos</a:t>
          </a:r>
          <a:endParaRPr lang="es-CL" sz="2200" kern="1200" noProof="0" dirty="0"/>
        </a:p>
      </dsp:txBody>
      <dsp:txXfrm>
        <a:off x="0" y="594"/>
        <a:ext cx="6172199" cy="696062"/>
      </dsp:txXfrm>
    </dsp:sp>
    <dsp:sp modelId="{3B17B6E6-D045-4056-AFE6-D90D81EB5421}">
      <dsp:nvSpPr>
        <dsp:cNvPr id="0" name=""/>
        <dsp:cNvSpPr/>
      </dsp:nvSpPr>
      <dsp:spPr>
        <a:xfrm>
          <a:off x="0" y="696657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F028D-809B-4569-95A7-3A17F93DEEF4}">
      <dsp:nvSpPr>
        <dsp:cNvPr id="0" name=""/>
        <dsp:cNvSpPr/>
      </dsp:nvSpPr>
      <dsp:spPr>
        <a:xfrm>
          <a:off x="0" y="696657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noProof="0" dirty="0"/>
            <a:t>Instalar una unidad productiva formal.</a:t>
          </a:r>
        </a:p>
      </dsp:txBody>
      <dsp:txXfrm>
        <a:off x="0" y="696657"/>
        <a:ext cx="6172199" cy="696062"/>
      </dsp:txXfrm>
    </dsp:sp>
    <dsp:sp modelId="{41D984EC-A701-4E57-909E-709D3B92C10E}">
      <dsp:nvSpPr>
        <dsp:cNvPr id="0" name=""/>
        <dsp:cNvSpPr/>
      </dsp:nvSpPr>
      <dsp:spPr>
        <a:xfrm>
          <a:off x="0" y="1392719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E9CA8-E67B-4E32-95EC-728EA2CB7A16}">
      <dsp:nvSpPr>
        <dsp:cNvPr id="0" name=""/>
        <dsp:cNvSpPr/>
      </dsp:nvSpPr>
      <dsp:spPr>
        <a:xfrm>
          <a:off x="0" y="1392719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noProof="0" dirty="0"/>
            <a:t>Generar entre 2 y 4 empleos iniciales.</a:t>
          </a:r>
        </a:p>
      </dsp:txBody>
      <dsp:txXfrm>
        <a:off x="0" y="1392719"/>
        <a:ext cx="6172199" cy="696062"/>
      </dsp:txXfrm>
    </dsp:sp>
    <dsp:sp modelId="{339299D5-7335-409A-9A62-A1D7E97810B8}">
      <dsp:nvSpPr>
        <dsp:cNvPr id="0" name=""/>
        <dsp:cNvSpPr/>
      </dsp:nvSpPr>
      <dsp:spPr>
        <a:xfrm>
          <a:off x="0" y="2088781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792F3-0918-44BC-A147-89A3B8FD65D3}">
      <dsp:nvSpPr>
        <dsp:cNvPr id="0" name=""/>
        <dsp:cNvSpPr/>
      </dsp:nvSpPr>
      <dsp:spPr>
        <a:xfrm>
          <a:off x="0" y="2088781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noProof="0" dirty="0"/>
            <a:t>Producir mobiliario a medida y estandarizado.</a:t>
          </a:r>
        </a:p>
      </dsp:txBody>
      <dsp:txXfrm>
        <a:off x="0" y="2088781"/>
        <a:ext cx="6172199" cy="696062"/>
      </dsp:txXfrm>
    </dsp:sp>
    <dsp:sp modelId="{106AB064-BAC2-42ED-AF72-616FB4B3D3C6}">
      <dsp:nvSpPr>
        <dsp:cNvPr id="0" name=""/>
        <dsp:cNvSpPr/>
      </dsp:nvSpPr>
      <dsp:spPr>
        <a:xfrm>
          <a:off x="0" y="2784843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85D0C-5E70-420D-9DF9-92DDA44CA82E}">
      <dsp:nvSpPr>
        <dsp:cNvPr id="0" name=""/>
        <dsp:cNvSpPr/>
      </dsp:nvSpPr>
      <dsp:spPr>
        <a:xfrm>
          <a:off x="0" y="2784843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noProof="0" dirty="0"/>
            <a:t>Atender a particulares, empresas y constructoras.</a:t>
          </a:r>
        </a:p>
      </dsp:txBody>
      <dsp:txXfrm>
        <a:off x="0" y="2784843"/>
        <a:ext cx="6172199" cy="696062"/>
      </dsp:txXfrm>
    </dsp:sp>
    <dsp:sp modelId="{A6E2EEFB-6669-405A-9F8C-DF01BD1B50E7}">
      <dsp:nvSpPr>
        <dsp:cNvPr id="0" name=""/>
        <dsp:cNvSpPr/>
      </dsp:nvSpPr>
      <dsp:spPr>
        <a:xfrm>
          <a:off x="0" y="3480905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6C7729-5838-4609-BF42-04FB2A2AE382}">
      <dsp:nvSpPr>
        <dsp:cNvPr id="0" name=""/>
        <dsp:cNvSpPr/>
      </dsp:nvSpPr>
      <dsp:spPr>
        <a:xfrm>
          <a:off x="0" y="3480905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noProof="0" dirty="0"/>
            <a:t>Generar encadenamientos productivos locales.</a:t>
          </a:r>
        </a:p>
      </dsp:txBody>
      <dsp:txXfrm>
        <a:off x="0" y="3480905"/>
        <a:ext cx="6172199" cy="696062"/>
      </dsp:txXfrm>
    </dsp:sp>
    <dsp:sp modelId="{4303EF2C-38B4-4A30-B100-EE424224D8CF}">
      <dsp:nvSpPr>
        <dsp:cNvPr id="0" name=""/>
        <dsp:cNvSpPr/>
      </dsp:nvSpPr>
      <dsp:spPr>
        <a:xfrm>
          <a:off x="0" y="4176967"/>
          <a:ext cx="61721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B7878-98A4-447F-A0F3-1E98BA49EB3A}">
      <dsp:nvSpPr>
        <dsp:cNvPr id="0" name=""/>
        <dsp:cNvSpPr/>
      </dsp:nvSpPr>
      <dsp:spPr>
        <a:xfrm>
          <a:off x="0" y="4176967"/>
          <a:ext cx="6172199" cy="69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noProof="0" dirty="0"/>
            <a:t>Crecer progresivamente en capacidad y ventas.</a:t>
          </a:r>
        </a:p>
      </dsp:txBody>
      <dsp:txXfrm>
        <a:off x="0" y="4176967"/>
        <a:ext cx="6172199" cy="6960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03048-2059-445E-A03B-F4A8022CFD11}">
      <dsp:nvSpPr>
        <dsp:cNvPr id="0" name=""/>
        <dsp:cNvSpPr/>
      </dsp:nvSpPr>
      <dsp:spPr>
        <a:xfrm>
          <a:off x="0" y="0"/>
          <a:ext cx="60943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E8BCBA-31F7-44A8-8E02-4C1BEB2E9CB1}">
      <dsp:nvSpPr>
        <dsp:cNvPr id="0" name=""/>
        <dsp:cNvSpPr/>
      </dsp:nvSpPr>
      <dsp:spPr>
        <a:xfrm>
          <a:off x="0" y="0"/>
          <a:ext cx="1218864" cy="3693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noProof="0" dirty="0"/>
            <a:t>PROCESO PRODUCTIVO</a:t>
          </a:r>
          <a:endParaRPr lang="es-CL" sz="1400" kern="1200" noProof="0" dirty="0"/>
        </a:p>
      </dsp:txBody>
      <dsp:txXfrm>
        <a:off x="0" y="0"/>
        <a:ext cx="1218864" cy="3693319"/>
      </dsp:txXfrm>
    </dsp:sp>
    <dsp:sp modelId="{39300EAC-1B44-4EC1-9616-E5799704A1C5}">
      <dsp:nvSpPr>
        <dsp:cNvPr id="0" name=""/>
        <dsp:cNvSpPr/>
      </dsp:nvSpPr>
      <dsp:spPr>
        <a:xfrm>
          <a:off x="1310279" y="14584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Recepción del pedido</a:t>
          </a:r>
        </a:p>
      </dsp:txBody>
      <dsp:txXfrm>
        <a:off x="1310279" y="14584"/>
        <a:ext cx="4784044" cy="291696"/>
      </dsp:txXfrm>
    </dsp:sp>
    <dsp:sp modelId="{ED63CC00-9D71-4D96-9B41-1C1D991B74EE}">
      <dsp:nvSpPr>
        <dsp:cNvPr id="0" name=""/>
        <dsp:cNvSpPr/>
      </dsp:nvSpPr>
      <dsp:spPr>
        <a:xfrm>
          <a:off x="1218864" y="306281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9600BF-9509-4F01-B9F4-DB304376E20F}">
      <dsp:nvSpPr>
        <dsp:cNvPr id="0" name=""/>
        <dsp:cNvSpPr/>
      </dsp:nvSpPr>
      <dsp:spPr>
        <a:xfrm>
          <a:off x="1310279" y="320866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Diseño y cubicación</a:t>
          </a:r>
        </a:p>
      </dsp:txBody>
      <dsp:txXfrm>
        <a:off x="1310279" y="320866"/>
        <a:ext cx="4784044" cy="291696"/>
      </dsp:txXfrm>
    </dsp:sp>
    <dsp:sp modelId="{6B3BBA27-FED1-4D75-96EF-86FA56EB7ADF}">
      <dsp:nvSpPr>
        <dsp:cNvPr id="0" name=""/>
        <dsp:cNvSpPr/>
      </dsp:nvSpPr>
      <dsp:spPr>
        <a:xfrm>
          <a:off x="1218864" y="612562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04E9D5-429A-4041-BE4D-3E2AA086016D}">
      <dsp:nvSpPr>
        <dsp:cNvPr id="0" name=""/>
        <dsp:cNvSpPr/>
      </dsp:nvSpPr>
      <dsp:spPr>
        <a:xfrm>
          <a:off x="1310279" y="627147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Presupuesto</a:t>
          </a:r>
        </a:p>
      </dsp:txBody>
      <dsp:txXfrm>
        <a:off x="1310279" y="627147"/>
        <a:ext cx="4784044" cy="291696"/>
      </dsp:txXfrm>
    </dsp:sp>
    <dsp:sp modelId="{405395F3-9934-4F47-AE92-EA267A44BB84}">
      <dsp:nvSpPr>
        <dsp:cNvPr id="0" name=""/>
        <dsp:cNvSpPr/>
      </dsp:nvSpPr>
      <dsp:spPr>
        <a:xfrm>
          <a:off x="1218864" y="918843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7F9AE-689D-419A-ADB1-76C52FC39065}">
      <dsp:nvSpPr>
        <dsp:cNvPr id="0" name=""/>
        <dsp:cNvSpPr/>
      </dsp:nvSpPr>
      <dsp:spPr>
        <a:xfrm>
          <a:off x="1310279" y="933428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Compra de materiales</a:t>
          </a:r>
        </a:p>
      </dsp:txBody>
      <dsp:txXfrm>
        <a:off x="1310279" y="933428"/>
        <a:ext cx="4784044" cy="291696"/>
      </dsp:txXfrm>
    </dsp:sp>
    <dsp:sp modelId="{E4409248-452B-4682-A3ED-64848F0AA0D5}">
      <dsp:nvSpPr>
        <dsp:cNvPr id="0" name=""/>
        <dsp:cNvSpPr/>
      </dsp:nvSpPr>
      <dsp:spPr>
        <a:xfrm>
          <a:off x="1218864" y="1225125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72EF5-FE79-474F-A60E-8A86E9DACE26}">
      <dsp:nvSpPr>
        <dsp:cNvPr id="0" name=""/>
        <dsp:cNvSpPr/>
      </dsp:nvSpPr>
      <dsp:spPr>
        <a:xfrm>
          <a:off x="1310279" y="1239709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Corte y dimensionado</a:t>
          </a:r>
        </a:p>
      </dsp:txBody>
      <dsp:txXfrm>
        <a:off x="1310279" y="1239709"/>
        <a:ext cx="4784044" cy="291696"/>
      </dsp:txXfrm>
    </dsp:sp>
    <dsp:sp modelId="{EB9B9284-2390-42E4-9A70-BC305C26EC84}">
      <dsp:nvSpPr>
        <dsp:cNvPr id="0" name=""/>
        <dsp:cNvSpPr/>
      </dsp:nvSpPr>
      <dsp:spPr>
        <a:xfrm>
          <a:off x="1218864" y="1531406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F62165-1536-44CF-A241-6F8832C5D2EB}">
      <dsp:nvSpPr>
        <dsp:cNvPr id="0" name=""/>
        <dsp:cNvSpPr/>
      </dsp:nvSpPr>
      <dsp:spPr>
        <a:xfrm>
          <a:off x="1310279" y="1545991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Perforado y mecanizado</a:t>
          </a:r>
        </a:p>
      </dsp:txBody>
      <dsp:txXfrm>
        <a:off x="1310279" y="1545991"/>
        <a:ext cx="4784044" cy="291696"/>
      </dsp:txXfrm>
    </dsp:sp>
    <dsp:sp modelId="{297E14D0-886C-49EA-9305-819CC41290A2}">
      <dsp:nvSpPr>
        <dsp:cNvPr id="0" name=""/>
        <dsp:cNvSpPr/>
      </dsp:nvSpPr>
      <dsp:spPr>
        <a:xfrm>
          <a:off x="1218864" y="1837687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08EAE-C880-4796-8FE2-8D5AC6394199}">
      <dsp:nvSpPr>
        <dsp:cNvPr id="0" name=""/>
        <dsp:cNvSpPr/>
      </dsp:nvSpPr>
      <dsp:spPr>
        <a:xfrm>
          <a:off x="1310279" y="1852272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Armado</a:t>
          </a:r>
        </a:p>
      </dsp:txBody>
      <dsp:txXfrm>
        <a:off x="1310279" y="1852272"/>
        <a:ext cx="4784044" cy="291696"/>
      </dsp:txXfrm>
    </dsp:sp>
    <dsp:sp modelId="{E7496E57-3A92-4D0F-AE82-01878FE3A5A9}">
      <dsp:nvSpPr>
        <dsp:cNvPr id="0" name=""/>
        <dsp:cNvSpPr/>
      </dsp:nvSpPr>
      <dsp:spPr>
        <a:xfrm>
          <a:off x="1218864" y="2143968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EC048C-819A-4E37-B212-21DA289C01A8}">
      <dsp:nvSpPr>
        <dsp:cNvPr id="0" name=""/>
        <dsp:cNvSpPr/>
      </dsp:nvSpPr>
      <dsp:spPr>
        <a:xfrm>
          <a:off x="1310279" y="2158553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Lijado</a:t>
          </a:r>
        </a:p>
      </dsp:txBody>
      <dsp:txXfrm>
        <a:off x="1310279" y="2158553"/>
        <a:ext cx="4784044" cy="291696"/>
      </dsp:txXfrm>
    </dsp:sp>
    <dsp:sp modelId="{6FC27588-9C3B-4B1F-9CC4-885B51ABA8E4}">
      <dsp:nvSpPr>
        <dsp:cNvPr id="0" name=""/>
        <dsp:cNvSpPr/>
      </dsp:nvSpPr>
      <dsp:spPr>
        <a:xfrm>
          <a:off x="1218864" y="2450250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8987CE-07EB-4230-A22A-545DF2D44E72}">
      <dsp:nvSpPr>
        <dsp:cNvPr id="0" name=""/>
        <dsp:cNvSpPr/>
      </dsp:nvSpPr>
      <dsp:spPr>
        <a:xfrm>
          <a:off x="1310279" y="2464835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Terminaciones</a:t>
          </a:r>
        </a:p>
      </dsp:txBody>
      <dsp:txXfrm>
        <a:off x="1310279" y="2464835"/>
        <a:ext cx="4784044" cy="291696"/>
      </dsp:txXfrm>
    </dsp:sp>
    <dsp:sp modelId="{A89F0A5A-5A21-468D-B9C5-69762B64B3AF}">
      <dsp:nvSpPr>
        <dsp:cNvPr id="0" name=""/>
        <dsp:cNvSpPr/>
      </dsp:nvSpPr>
      <dsp:spPr>
        <a:xfrm>
          <a:off x="1218864" y="2756531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293987-BD3C-429F-BCB5-2791B75D33F5}">
      <dsp:nvSpPr>
        <dsp:cNvPr id="0" name=""/>
        <dsp:cNvSpPr/>
      </dsp:nvSpPr>
      <dsp:spPr>
        <a:xfrm>
          <a:off x="1310279" y="2771116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Control de calidad</a:t>
          </a:r>
        </a:p>
      </dsp:txBody>
      <dsp:txXfrm>
        <a:off x="1310279" y="2771116"/>
        <a:ext cx="4784044" cy="291696"/>
      </dsp:txXfrm>
    </dsp:sp>
    <dsp:sp modelId="{D3A058B0-694B-4EC7-AC13-F56904B3B27F}">
      <dsp:nvSpPr>
        <dsp:cNvPr id="0" name=""/>
        <dsp:cNvSpPr/>
      </dsp:nvSpPr>
      <dsp:spPr>
        <a:xfrm>
          <a:off x="1218864" y="3062812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DD325A-3CB2-401F-9081-F2A6F9961678}">
      <dsp:nvSpPr>
        <dsp:cNvPr id="0" name=""/>
        <dsp:cNvSpPr/>
      </dsp:nvSpPr>
      <dsp:spPr>
        <a:xfrm>
          <a:off x="1310279" y="3077397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Embalaje</a:t>
          </a:r>
        </a:p>
      </dsp:txBody>
      <dsp:txXfrm>
        <a:off x="1310279" y="3077397"/>
        <a:ext cx="4784044" cy="291696"/>
      </dsp:txXfrm>
    </dsp:sp>
    <dsp:sp modelId="{931304DE-CEF8-410E-B2DC-AA1ED0EAC618}">
      <dsp:nvSpPr>
        <dsp:cNvPr id="0" name=""/>
        <dsp:cNvSpPr/>
      </dsp:nvSpPr>
      <dsp:spPr>
        <a:xfrm>
          <a:off x="1218864" y="3369094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030890-A7DE-4F97-88C0-3940EB8B8347}">
      <dsp:nvSpPr>
        <dsp:cNvPr id="0" name=""/>
        <dsp:cNvSpPr/>
      </dsp:nvSpPr>
      <dsp:spPr>
        <a:xfrm>
          <a:off x="1310279" y="3383678"/>
          <a:ext cx="4784044" cy="291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Despacho e instalación</a:t>
          </a:r>
        </a:p>
      </dsp:txBody>
      <dsp:txXfrm>
        <a:off x="1310279" y="3383678"/>
        <a:ext cx="4784044" cy="291696"/>
      </dsp:txXfrm>
    </dsp:sp>
    <dsp:sp modelId="{2BECF685-E355-4426-BE67-3877FCF0D2D2}">
      <dsp:nvSpPr>
        <dsp:cNvPr id="0" name=""/>
        <dsp:cNvSpPr/>
      </dsp:nvSpPr>
      <dsp:spPr>
        <a:xfrm>
          <a:off x="1218864" y="3675375"/>
          <a:ext cx="48754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02697A-4813-4E4B-BEB2-E1CC7197A0C6}">
      <dsp:nvSpPr>
        <dsp:cNvPr id="0" name=""/>
        <dsp:cNvSpPr/>
      </dsp:nvSpPr>
      <dsp:spPr>
        <a:xfrm>
          <a:off x="1706802" y="587324"/>
          <a:ext cx="3621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2194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 noProof="0" dirty="0"/>
        </a:p>
      </dsp:txBody>
      <dsp:txXfrm>
        <a:off x="1878080" y="631080"/>
        <a:ext cx="19639" cy="3927"/>
      </dsp:txXfrm>
    </dsp:sp>
    <dsp:sp modelId="{CE434049-130E-4A53-88E6-78DBE7B764FD}">
      <dsp:nvSpPr>
        <dsp:cNvPr id="0" name=""/>
        <dsp:cNvSpPr/>
      </dsp:nvSpPr>
      <dsp:spPr>
        <a:xfrm>
          <a:off x="799" y="120703"/>
          <a:ext cx="1707802" cy="102468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684" tIns="87841" rIns="83684" bIns="878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 noProof="0" dirty="0"/>
            <a:t>Generación de empleo </a:t>
          </a:r>
        </a:p>
      </dsp:txBody>
      <dsp:txXfrm>
        <a:off x="799" y="120703"/>
        <a:ext cx="1707802" cy="1024681"/>
      </dsp:txXfrm>
    </dsp:sp>
    <dsp:sp modelId="{46C21554-0899-41A6-A59C-003F8D0D260C}">
      <dsp:nvSpPr>
        <dsp:cNvPr id="0" name=""/>
        <dsp:cNvSpPr/>
      </dsp:nvSpPr>
      <dsp:spPr>
        <a:xfrm>
          <a:off x="854701" y="1143585"/>
          <a:ext cx="2100597" cy="362194"/>
        </a:xfrm>
        <a:custGeom>
          <a:avLst/>
          <a:gdLst/>
          <a:ahLst/>
          <a:cxnLst/>
          <a:rect l="0" t="0" r="0" b="0"/>
          <a:pathLst>
            <a:path>
              <a:moveTo>
                <a:pt x="2100597" y="0"/>
              </a:moveTo>
              <a:lnTo>
                <a:pt x="2100597" y="198197"/>
              </a:lnTo>
              <a:lnTo>
                <a:pt x="0" y="198197"/>
              </a:lnTo>
              <a:lnTo>
                <a:pt x="0" y="36219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 noProof="0" dirty="0"/>
        </a:p>
      </dsp:txBody>
      <dsp:txXfrm>
        <a:off x="1851574" y="1322718"/>
        <a:ext cx="106850" cy="3927"/>
      </dsp:txXfrm>
    </dsp:sp>
    <dsp:sp modelId="{8DD16F7A-DAA0-4F04-8E40-E97827647D27}">
      <dsp:nvSpPr>
        <dsp:cNvPr id="0" name=""/>
        <dsp:cNvSpPr/>
      </dsp:nvSpPr>
      <dsp:spPr>
        <a:xfrm>
          <a:off x="2101397" y="120703"/>
          <a:ext cx="1707802" cy="102468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684" tIns="87841" rIns="83684" bIns="878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 noProof="0" dirty="0"/>
            <a:t>mayor oferta de productos y servicios</a:t>
          </a:r>
        </a:p>
      </dsp:txBody>
      <dsp:txXfrm>
        <a:off x="2101397" y="120703"/>
        <a:ext cx="1707802" cy="1024681"/>
      </dsp:txXfrm>
    </dsp:sp>
    <dsp:sp modelId="{1CEE25EA-C25A-4448-ACE9-270E1CD7A2F6}">
      <dsp:nvSpPr>
        <dsp:cNvPr id="0" name=""/>
        <dsp:cNvSpPr/>
      </dsp:nvSpPr>
      <dsp:spPr>
        <a:xfrm>
          <a:off x="1706802" y="2004801"/>
          <a:ext cx="3621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2194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 noProof="0" dirty="0"/>
        </a:p>
      </dsp:txBody>
      <dsp:txXfrm>
        <a:off x="1878080" y="2048557"/>
        <a:ext cx="19639" cy="3927"/>
      </dsp:txXfrm>
    </dsp:sp>
    <dsp:sp modelId="{102F9B19-9144-488E-944B-95999D68C6A7}">
      <dsp:nvSpPr>
        <dsp:cNvPr id="0" name=""/>
        <dsp:cNvSpPr/>
      </dsp:nvSpPr>
      <dsp:spPr>
        <a:xfrm>
          <a:off x="799" y="1538180"/>
          <a:ext cx="1707802" cy="102468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684" tIns="87841" rIns="83684" bIns="878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 noProof="0" dirty="0"/>
            <a:t>Encadenamientos productivos</a:t>
          </a:r>
        </a:p>
      </dsp:txBody>
      <dsp:txXfrm>
        <a:off x="799" y="1538180"/>
        <a:ext cx="1707802" cy="1024681"/>
      </dsp:txXfrm>
    </dsp:sp>
    <dsp:sp modelId="{564ED4FE-6CBE-4FEA-A8A3-B1ED03DC52AF}">
      <dsp:nvSpPr>
        <dsp:cNvPr id="0" name=""/>
        <dsp:cNvSpPr/>
      </dsp:nvSpPr>
      <dsp:spPr>
        <a:xfrm>
          <a:off x="854701" y="2561061"/>
          <a:ext cx="2100597" cy="362194"/>
        </a:xfrm>
        <a:custGeom>
          <a:avLst/>
          <a:gdLst/>
          <a:ahLst/>
          <a:cxnLst/>
          <a:rect l="0" t="0" r="0" b="0"/>
          <a:pathLst>
            <a:path>
              <a:moveTo>
                <a:pt x="2100597" y="0"/>
              </a:moveTo>
              <a:lnTo>
                <a:pt x="2100597" y="198197"/>
              </a:lnTo>
              <a:lnTo>
                <a:pt x="0" y="198197"/>
              </a:lnTo>
              <a:lnTo>
                <a:pt x="0" y="36219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 noProof="0" dirty="0"/>
        </a:p>
      </dsp:txBody>
      <dsp:txXfrm>
        <a:off x="1851574" y="2740195"/>
        <a:ext cx="106850" cy="3927"/>
      </dsp:txXfrm>
    </dsp:sp>
    <dsp:sp modelId="{E6427C5F-A695-4B83-BF17-E6C72B1C05CD}">
      <dsp:nvSpPr>
        <dsp:cNvPr id="0" name=""/>
        <dsp:cNvSpPr/>
      </dsp:nvSpPr>
      <dsp:spPr>
        <a:xfrm>
          <a:off x="2101397" y="1538180"/>
          <a:ext cx="1707802" cy="102468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684" tIns="87841" rIns="83684" bIns="878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 noProof="0" dirty="0"/>
            <a:t>Uso eficiente de un inmueble fiscal</a:t>
          </a:r>
        </a:p>
      </dsp:txBody>
      <dsp:txXfrm>
        <a:off x="2101397" y="1538180"/>
        <a:ext cx="1707802" cy="1024681"/>
      </dsp:txXfrm>
    </dsp:sp>
    <dsp:sp modelId="{457B7D8D-E09B-41F0-A302-9078DF9387A9}">
      <dsp:nvSpPr>
        <dsp:cNvPr id="0" name=""/>
        <dsp:cNvSpPr/>
      </dsp:nvSpPr>
      <dsp:spPr>
        <a:xfrm>
          <a:off x="1706802" y="3422277"/>
          <a:ext cx="3621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2194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 noProof="0" dirty="0"/>
        </a:p>
      </dsp:txBody>
      <dsp:txXfrm>
        <a:off x="1878080" y="3466033"/>
        <a:ext cx="19639" cy="3927"/>
      </dsp:txXfrm>
    </dsp:sp>
    <dsp:sp modelId="{DB2F8DA4-0233-4C1E-A425-3B4CC4EB5519}">
      <dsp:nvSpPr>
        <dsp:cNvPr id="0" name=""/>
        <dsp:cNvSpPr/>
      </dsp:nvSpPr>
      <dsp:spPr>
        <a:xfrm>
          <a:off x="799" y="2955656"/>
          <a:ext cx="1707802" cy="102468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684" tIns="87841" rIns="83684" bIns="878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 noProof="0" dirty="0"/>
            <a:t>Aporte al desarrollo económico regional</a:t>
          </a:r>
        </a:p>
      </dsp:txBody>
      <dsp:txXfrm>
        <a:off x="799" y="2955656"/>
        <a:ext cx="1707802" cy="1024681"/>
      </dsp:txXfrm>
    </dsp:sp>
    <dsp:sp modelId="{2DCB10F6-33A3-4671-81B3-D9D86E36279B}">
      <dsp:nvSpPr>
        <dsp:cNvPr id="0" name=""/>
        <dsp:cNvSpPr/>
      </dsp:nvSpPr>
      <dsp:spPr>
        <a:xfrm>
          <a:off x="2101397" y="2955656"/>
          <a:ext cx="1707802" cy="102468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684" tIns="87841" rIns="83684" bIns="8784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 noProof="0" dirty="0"/>
            <a:t>Proyecto sustentable y de bajo impacto </a:t>
          </a:r>
        </a:p>
      </dsp:txBody>
      <dsp:txXfrm>
        <a:off x="2101397" y="2955656"/>
        <a:ext cx="1707802" cy="10246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D6DC7-086E-4FBA-B550-B601A02C28FC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D4C90-979D-4E14-AFE0-7C010B7295D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2996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D4C90-979D-4E14-AFE0-7C010B7295D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5907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D4C90-979D-4E14-AFE0-7C010B7295D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8200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F1B33-B663-DB54-BCF1-B693E4C20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F5CA24-6F01-34E4-23CF-E1D9440BF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A2C84B-2530-47C9-7E25-BEBCDDFEE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808C78-0481-7AAC-C780-28B7A7705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37DDB9-9712-6AAA-FC6A-2846996C2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4620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99FDAF-AFB0-E389-2E96-C8A92F5A5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982EC9-DBB2-8759-4046-EDEF1D099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ACF326-EC50-BDCA-5C71-DF15E5FD5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7E98FA-D5F1-B7CF-4F36-B83FAF61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7CFFAF-595B-D401-B2C2-1D050017C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8049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11131-6B9C-88FC-247D-06A4066E7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C3BF36-11F8-380F-9390-4C2E3CEB9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526CEB-67FB-CB2F-8D81-5A539D95F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3730AC-292C-9100-1BE9-AE47E9229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92731D-560C-6DE7-8066-9DE573903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932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764D2-614B-A250-5E5E-99CE82E80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D8C833-EECD-25CE-FF23-3536EE13F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B28F39-DD78-BF30-AD56-4EE26194A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8D486F-B852-310C-B7BD-7970AE8D4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F87BF3-E351-8B4A-3248-C61DFB3D0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001FF9-6AD8-E615-8556-A6837DDF3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405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CDC39-B290-7841-72DB-0B24064D2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06F6CC-8B9C-3C62-B529-962C1B1F5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005FEE-2B5E-340D-E057-16EBCA071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E9B943-06D9-BFD9-72FB-29BAF0750E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DCE488C-E097-6B74-483B-4C68649F3B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4A834BA-DFCE-7E98-E8EF-BE7D7122E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F8DCD66-2B9D-A027-3616-C838BBED7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239F4DC-A132-2DDD-96C3-C714CB8D6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2476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6B1E1-FC35-DB35-5A40-0CFB63605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D061DA3-5EED-2B97-DD28-69781A0C2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4199B3A-A61C-E46B-561C-33FC8BADC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AEB0EAA-FC70-E9F6-6284-1125F79F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6414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2289D8F-D855-0788-D3DB-C44A59AE2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FF87B9D-FCBF-4CF8-A378-CE71D3035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234896-12AB-0F26-518F-CA605A4E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7401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B1D33-2E2A-C189-D1BC-A60146F72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17F8F1-1BFF-F76E-F671-9E34490E7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C90CC3-304E-6B2F-2D26-044665263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CC67A8-52D5-9E31-5585-377D4C4C4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1D934C-74AC-504A-4F21-66C7E247D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5E109A-239F-5CCF-436A-0436FE380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6601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506306-C6BC-23E6-2FAE-763B1DFA9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DBD3A6-751D-73DA-3664-FC119C6B4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8FD274-4B64-0EB3-DAC4-E64250CE0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6AFA9D-45C9-AF0A-D023-7DB1A9D35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5F3FEF-FACB-46D5-8A0B-BB3CD82F9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DFC243-92DC-83D0-4D21-A2F3E32A9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97688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8757E-1293-B8FD-8288-BF85ACCED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D5EF37-3D1C-D9B4-17E8-4EFD624D2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53E555-D7FE-7A12-56B5-F55711851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82FE3F-7D36-A81C-2C6B-944A0D9E1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1A06D7-A492-E697-C187-45C198C31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50957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BF57B6-839D-C22F-DD20-654397FB51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E52897A-79E5-0059-C4C5-2B2CA37CB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39C253-6DE1-3321-16FE-27C3D0A9F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3379AA-E242-0DD6-DEBC-8700CCE30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240696-F549-08E1-89BB-97D8D8EF5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33390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52322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2270EC-C20F-BD00-5D89-27FFBFF43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718EDA-2A77-410D-F48A-BE181A562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8E29AF-BC53-1E02-F235-F28CC2B2C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6F15D-C452-4108-A318-8D0676387BB8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E0DAF-499F-6DE8-E709-FCE2CC178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0D7904-A4F4-A56A-8769-A836EFA91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F1C910-A2AC-4190-875B-CE3E717E3D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7902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9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microsoft.com/office/2007/relationships/diagramDrawing" Target="../diagrams/drawin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1.jpeg"/><Relationship Id="rId7" Type="http://schemas.openxmlformats.org/officeDocument/2006/relationships/diagramColors" Target="../diagrams/colors4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luis.urquieta.rojas@gmail.com" TargetMode="External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E6659C6F-A29D-4D83-86DA-5B0289733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9" name="Imagen 8" descr="5 ideas en Madera: Proyectos Rentables con Corte Láser para ...">
            <a:extLst>
              <a:ext uri="{FF2B5EF4-FFF2-40B4-BE49-F238E27FC236}">
                <a16:creationId xmlns:a16="http://schemas.microsoft.com/office/drawing/2014/main" id="{5F1E352A-E976-0C89-B2D0-4497B8B5A0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54" r="23271" b="-2"/>
          <a:stretch>
            <a:fillRect/>
          </a:stretch>
        </p:blipFill>
        <p:spPr>
          <a:xfrm>
            <a:off x="4472902" y="18"/>
            <a:ext cx="4049486" cy="3681383"/>
          </a:xfrm>
          <a:prstGeom prst="rect">
            <a:avLst/>
          </a:prstGeom>
        </p:spPr>
      </p:pic>
      <p:pic>
        <p:nvPicPr>
          <p:cNvPr id="10" name="Imagen 9" descr="Carpintería Velilla Franco SL. Fabricación y mecanizado de madera natural">
            <a:extLst>
              <a:ext uri="{FF2B5EF4-FFF2-40B4-BE49-F238E27FC236}">
                <a16:creationId xmlns:a16="http://schemas.microsoft.com/office/drawing/2014/main" id="{4A69A040-AFFC-D76E-FD83-26A4EA1F661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31697" r="2765" b="2"/>
          <a:stretch>
            <a:fillRect/>
          </a:stretch>
        </p:blipFill>
        <p:spPr>
          <a:xfrm>
            <a:off x="8522390" y="-7"/>
            <a:ext cx="3669610" cy="3681406"/>
          </a:xfrm>
          <a:prstGeom prst="rect">
            <a:avLst/>
          </a:prstGeom>
        </p:spPr>
      </p:pic>
      <p:pic>
        <p:nvPicPr>
          <p:cNvPr id="8" name="Imagen 7" descr="Resultado de imagen de maderaqs cortadas taller">
            <a:extLst>
              <a:ext uri="{FF2B5EF4-FFF2-40B4-BE49-F238E27FC236}">
                <a16:creationId xmlns:a16="http://schemas.microsoft.com/office/drawing/2014/main" id="{866940AD-1563-EA95-419B-12B65CD56C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" b="25786"/>
          <a:stretch>
            <a:fillRect/>
          </a:stretch>
        </p:blipFill>
        <p:spPr>
          <a:xfrm>
            <a:off x="4438612" y="3681408"/>
            <a:ext cx="7719098" cy="317659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3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93E9F2-EB97-D8AA-9E93-7BA2BA4B85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/>
          </a:bodyPr>
          <a:lstStyle/>
          <a:p>
            <a:pPr algn="l"/>
            <a:r>
              <a:rPr lang="es-MX" sz="3500" dirty="0">
                <a:solidFill>
                  <a:schemeClr val="bg1"/>
                </a:solidFill>
              </a:rPr>
              <a:t>Centro Productivo de Manufactura, Mobiliario y Soluciones Habitacionales</a:t>
            </a:r>
            <a:endParaRPr lang="es-CL" sz="3500" noProof="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6C8120-7E5F-036B-9F9D-546A73891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02075"/>
            <a:ext cx="5395912" cy="1655762"/>
          </a:xfrm>
        </p:spPr>
        <p:txBody>
          <a:bodyPr>
            <a:normAutofit/>
          </a:bodyPr>
          <a:lstStyle/>
          <a:p>
            <a:pPr algn="l"/>
            <a:r>
              <a:rPr lang="es-CL" sz="2000" noProof="0" dirty="0">
                <a:solidFill>
                  <a:schemeClr val="bg1"/>
                </a:solidFill>
              </a:rPr>
              <a:t>Producción local, empleo local,</a:t>
            </a:r>
          </a:p>
          <a:p>
            <a:pPr algn="l"/>
            <a:r>
              <a:rPr lang="es-CL" sz="2000" noProof="0" dirty="0">
                <a:solidFill>
                  <a:schemeClr val="bg1"/>
                </a:solidFill>
              </a:rPr>
              <a:t>Más oportunidades para nuestra región.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950265-41E0-CF18-27B0-8F5D462146D9}"/>
              </a:ext>
            </a:extLst>
          </p:cNvPr>
          <p:cNvSpPr/>
          <p:nvPr/>
        </p:nvSpPr>
        <p:spPr>
          <a:xfrm>
            <a:off x="0" y="2170444"/>
            <a:ext cx="837580" cy="285373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94057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893260-E11D-A2D6-6FFE-8207568DC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s-CL" sz="3400" b="1" noProof="0" dirty="0"/>
              <a:t>ANTECEDENTES DEL PROPONENTE</a:t>
            </a:r>
            <a:br>
              <a:rPr lang="es-CL" sz="3400" b="1" noProof="0" dirty="0"/>
            </a:br>
            <a:endParaRPr lang="es-CL" sz="3400" noProof="0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7FFB2BB-D15A-3A61-24F5-3AFB9DBAB3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3118235"/>
              </p:ext>
            </p:extLst>
          </p:nvPr>
        </p:nvGraphicFramePr>
        <p:xfrm>
          <a:off x="857504" y="3755272"/>
          <a:ext cx="10509504" cy="2822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6B70D-12C8-759F-5F30-A6F14CA8A169}"/>
              </a:ext>
            </a:extLst>
          </p:cNvPr>
          <p:cNvSpPr txBox="1"/>
          <p:nvPr/>
        </p:nvSpPr>
        <p:spPr>
          <a:xfrm>
            <a:off x="847344" y="1512994"/>
            <a:ext cx="105196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noProof="0" dirty="0"/>
              <a:t>Nombre:</a:t>
            </a:r>
            <a:r>
              <a:rPr lang="es-CL" sz="1600" noProof="0" dirty="0"/>
              <a:t> Luis Alfonso Urquieta Rojas</a:t>
            </a:r>
          </a:p>
          <a:p>
            <a:r>
              <a:rPr lang="es-CL" sz="1600" b="1" noProof="0" dirty="0"/>
              <a:t>RUT:</a:t>
            </a:r>
            <a:r>
              <a:rPr lang="es-CL" sz="1600" noProof="0" dirty="0"/>
              <a:t> 17.979.555-8</a:t>
            </a:r>
          </a:p>
          <a:p>
            <a:r>
              <a:rPr lang="es-CL" sz="1600" b="1" noProof="0" dirty="0"/>
              <a:t>Residencia:</a:t>
            </a:r>
            <a:r>
              <a:rPr lang="es-CL" sz="1600" noProof="0" dirty="0"/>
              <a:t> La Serena, Región de Coquimbo </a:t>
            </a:r>
          </a:p>
          <a:p>
            <a:r>
              <a:rPr lang="es-CL" sz="1600" b="1" noProof="0" dirty="0"/>
              <a:t>Formación:</a:t>
            </a:r>
            <a:r>
              <a:rPr lang="es-CL" sz="1600" noProof="0" dirty="0"/>
              <a:t> Egresado Construcción Civil – INACAP La Serena </a:t>
            </a:r>
          </a:p>
          <a:p>
            <a:r>
              <a:rPr lang="es-CL" sz="1600" b="1" noProof="0" dirty="0"/>
              <a:t>Experiencia:</a:t>
            </a:r>
            <a:r>
              <a:rPr lang="es-CL" sz="1600" noProof="0" dirty="0"/>
              <a:t> Más de 10 años en construcción, remodelación, carpintería, cerámicas y proyectos habitacionales. </a:t>
            </a:r>
          </a:p>
          <a:p>
            <a:r>
              <a:rPr lang="es-CL" sz="1600" b="1" noProof="0" dirty="0"/>
              <a:t>Competencias:</a:t>
            </a:r>
            <a:r>
              <a:rPr lang="es-CL" sz="1600" noProof="0" dirty="0"/>
              <a:t> Gestión de proyectos, liderazgo de equipos, planificación, ejecución y control de calidad. </a:t>
            </a:r>
          </a:p>
          <a:p>
            <a:r>
              <a:rPr lang="es-CL" sz="1600" b="1" noProof="0" dirty="0"/>
              <a:t>Motivación:</a:t>
            </a:r>
            <a:r>
              <a:rPr lang="es-CL" sz="1600" noProof="0" dirty="0"/>
              <a:t> Desarrollar un proyecto productivo que genere valor, empleos y oportunidades en la región.</a:t>
            </a:r>
          </a:p>
        </p:txBody>
      </p:sp>
    </p:spTree>
    <p:extLst>
      <p:ext uri="{BB962C8B-B14F-4D97-AF65-F5344CB8AC3E}">
        <p14:creationId xmlns:p14="http://schemas.microsoft.com/office/powerpoint/2010/main" val="2801061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1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45B307-BB12-0DD4-5DBE-ACA197D4A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s-CL" sz="4800" b="1" noProof="0" dirty="0"/>
              <a:t>Carta de presentación</a:t>
            </a:r>
          </a:p>
        </p:txBody>
      </p:sp>
      <p:grpSp>
        <p:nvGrpSpPr>
          <p:cNvPr id="89" name="Group 83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4" name="Marcador de contenido 5">
            <a:extLst>
              <a:ext uri="{FF2B5EF4-FFF2-40B4-BE49-F238E27FC236}">
                <a16:creationId xmlns:a16="http://schemas.microsoft.com/office/drawing/2014/main" id="{ACA9D637-0191-E440-CA79-FE2F5A931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CL" sz="1000" noProof="0" dirty="0"/>
              <a:t>La Serena, 28 de Agosto de 2026.</a:t>
            </a:r>
          </a:p>
          <a:p>
            <a:pPr marL="0" indent="0">
              <a:buNone/>
            </a:pPr>
            <a:r>
              <a:rPr lang="es-CL" sz="1000" noProof="0" dirty="0"/>
              <a:t>Señor(a): Secretaría Regional Ministerial de Bienes Nacionales, Región de Coquimbo.</a:t>
            </a:r>
          </a:p>
          <a:p>
            <a:pPr marL="0" indent="0">
              <a:buNone/>
            </a:pPr>
            <a:r>
              <a:rPr lang="es-CL" sz="1000" noProof="0" dirty="0"/>
              <a:t>Junto con saludar, por medio de la presente se acompaña un anteproyecto de inversión destinado a desarrollar un centro productivo de fabricación de mobiliario y productos de madera en un inmueble fiscal de la Región de Coquimbo.</a:t>
            </a:r>
          </a:p>
          <a:p>
            <a:pPr marL="0" indent="0">
              <a:buNone/>
            </a:pPr>
            <a:r>
              <a:rPr lang="es-CL" sz="1000" noProof="0" dirty="0"/>
              <a:t>El proponente manifiesta su disposición a asumir las obligaciones, permisos, costos y condiciones económicas que correspondan al mecanismo de concesión o licitación que determine el Ministerio.</a:t>
            </a:r>
          </a:p>
          <a:p>
            <a:pPr marL="0" indent="0">
              <a:buNone/>
            </a:pPr>
            <a:r>
              <a:rPr lang="es-CL" sz="1000" noProof="0" dirty="0"/>
              <a:t>Saluda atentamente Luis Alfonso Urquieta Rojas</a:t>
            </a:r>
            <a:br>
              <a:rPr lang="es-CL" sz="1000" noProof="0" dirty="0"/>
            </a:br>
            <a:r>
              <a:rPr lang="es-CL" sz="1000" noProof="0" dirty="0"/>
              <a:t>Proponente</a:t>
            </a:r>
            <a:br>
              <a:rPr lang="es-CL" sz="1000" noProof="0" dirty="0"/>
            </a:br>
            <a:br>
              <a:rPr lang="es-CL" sz="1000" noProof="0" dirty="0"/>
            </a:br>
            <a:r>
              <a:rPr lang="es-CL" sz="1000" noProof="0" dirty="0"/>
              <a:t>Teléfono: +56964234009</a:t>
            </a:r>
            <a:br>
              <a:rPr lang="es-CL" sz="1000" noProof="0" dirty="0"/>
            </a:br>
            <a:r>
              <a:rPr lang="es-CL" sz="1000" noProof="0" dirty="0"/>
              <a:t>Correo: luis.urquieta.rojas@gmail.com</a:t>
            </a:r>
            <a:br>
              <a:rPr lang="es-CL" sz="1000" noProof="0" dirty="0"/>
            </a:br>
            <a:br>
              <a:rPr lang="es-CL" sz="1000" noProof="0" dirty="0"/>
            </a:br>
            <a:endParaRPr lang="es-CL" sz="1000" noProof="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898DF6D-F455-3BFE-4F7D-7A255777C0F6}"/>
              </a:ext>
            </a:extLst>
          </p:cNvPr>
          <p:cNvSpPr/>
          <p:nvPr/>
        </p:nvSpPr>
        <p:spPr>
          <a:xfrm>
            <a:off x="9763760" y="-7126"/>
            <a:ext cx="2273808" cy="464326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2010320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08BB4D4-D71A-48F5-B2D2-45D2D78F4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34" name="Color">
              <a:extLst>
                <a:ext uri="{FF2B5EF4-FFF2-40B4-BE49-F238E27FC236}">
                  <a16:creationId xmlns:a16="http://schemas.microsoft.com/office/drawing/2014/main" id="{F287CCC2-896F-4F04-A017-737FB703F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28" name="Color">
              <a:extLst>
                <a:ext uri="{FF2B5EF4-FFF2-40B4-BE49-F238E27FC236}">
                  <a16:creationId xmlns:a16="http://schemas.microsoft.com/office/drawing/2014/main" id="{821DD70C-9C59-4A01-BF0B-C027B5BCA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grpSp>
        <p:nvGrpSpPr>
          <p:cNvPr id="29" name="Group 36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0" name="Freeform: Shape 37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32" name="Freeform: Shape 38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47" name="Freeform: Shape 39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48" name="Freeform: Shape 40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49" name="Freeform: Shape 41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50" name="Freeform: Shape 42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51" name="Freeform: Shape 43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E45829C-A2E4-03A2-0279-7DEA1B591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750" y="155909"/>
            <a:ext cx="5430250" cy="2751749"/>
          </a:xfrm>
        </p:spPr>
        <p:txBody>
          <a:bodyPr anchor="ctr">
            <a:normAutofit/>
          </a:bodyPr>
          <a:lstStyle/>
          <a:p>
            <a:r>
              <a:rPr lang="es-CL" sz="4800" b="1" noProof="0" dirty="0">
                <a:solidFill>
                  <a:schemeClr val="bg1"/>
                </a:solidFill>
              </a:rPr>
              <a:t>Resumen ejecutivo</a:t>
            </a:r>
            <a:br>
              <a:rPr lang="es-CL" sz="4800" b="1" noProof="0" dirty="0">
                <a:solidFill>
                  <a:schemeClr val="bg1"/>
                </a:solidFill>
              </a:rPr>
            </a:br>
            <a:endParaRPr lang="es-CL" sz="4800" noProof="0" dirty="0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315CA2-F219-7D23-1711-32DFDEF27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418" y="1499676"/>
            <a:ext cx="10249468" cy="5705856"/>
          </a:xfrm>
        </p:spPr>
        <p:txBody>
          <a:bodyPr anchor="ctr">
            <a:normAutofit/>
          </a:bodyPr>
          <a:lstStyle/>
          <a:p>
            <a:r>
              <a:rPr lang="es-CL" sz="2300" dirty="0">
                <a:solidFill>
                  <a:schemeClr val="bg1"/>
                </a:solidFill>
              </a:rPr>
              <a:t>El proyecto propone implementar en la Región de Coquimbo una unidad productiva dedicada a la fabricación de mobiliario, productos de madera y soluciones habitacionales </a:t>
            </a:r>
            <a:r>
              <a:rPr lang="es-CL" sz="2300" dirty="0" err="1">
                <a:solidFill>
                  <a:schemeClr val="bg1"/>
                </a:solidFill>
              </a:rPr>
              <a:t>modulares.Se</a:t>
            </a:r>
            <a:r>
              <a:rPr lang="es-CL" sz="2300" dirty="0">
                <a:solidFill>
                  <a:schemeClr val="bg1"/>
                </a:solidFill>
              </a:rPr>
              <a:t> contempla utilizar un inmueble fiscal de 800 a 1.000 m², habilitado progresivamente con áreas de producción, almacenamiento, administración y </a:t>
            </a:r>
            <a:r>
              <a:rPr lang="es-CL" sz="2300" dirty="0" err="1">
                <a:solidFill>
                  <a:schemeClr val="bg1"/>
                </a:solidFill>
              </a:rPr>
              <a:t>despacho.La</a:t>
            </a:r>
            <a:r>
              <a:rPr lang="es-CL" sz="2300" dirty="0">
                <a:solidFill>
                  <a:schemeClr val="bg1"/>
                </a:solidFill>
              </a:rPr>
              <a:t> iniciativa será desarrollada mediante inversión privada y puesta en marcha gradual, permitiendo aumentar su capacidad según la </a:t>
            </a:r>
            <a:r>
              <a:rPr lang="es-CL" sz="2300" dirty="0" err="1">
                <a:solidFill>
                  <a:schemeClr val="bg1"/>
                </a:solidFill>
              </a:rPr>
              <a:t>demanda.Su</a:t>
            </a:r>
            <a:r>
              <a:rPr lang="es-CL" sz="2300" dirty="0">
                <a:solidFill>
                  <a:schemeClr val="bg1"/>
                </a:solidFill>
              </a:rPr>
              <a:t> implementación busca generar empleo local, contratar proveedores y servicios de la región y fortalecer la actividad productiva, otorgando un uso productivo, formal y planificado al inmueble </a:t>
            </a:r>
            <a:r>
              <a:rPr lang="es-CL" sz="2300" dirty="0" err="1">
                <a:solidFill>
                  <a:schemeClr val="bg1"/>
                </a:solidFill>
              </a:rPr>
              <a:t>fiscal.Objetivo</a:t>
            </a:r>
            <a:r>
              <a:rPr lang="es-CL" sz="2300" dirty="0">
                <a:solidFill>
                  <a:schemeClr val="bg1"/>
                </a:solidFill>
              </a:rPr>
              <a:t> </a:t>
            </a:r>
            <a:r>
              <a:rPr lang="es-CL" sz="2300" dirty="0" err="1">
                <a:solidFill>
                  <a:schemeClr val="bg1"/>
                </a:solidFill>
              </a:rPr>
              <a:t>central:Transformar</a:t>
            </a:r>
            <a:r>
              <a:rPr lang="es-CL" sz="2300" dirty="0">
                <a:solidFill>
                  <a:schemeClr val="bg1"/>
                </a:solidFill>
              </a:rPr>
              <a:t> un inmueble fiscal disponible en una unidad productiva que genere empleo, inversión y actividad económica para la Región de Coquimbo.</a:t>
            </a:r>
            <a:endParaRPr lang="es-CL" sz="15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299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A9D2268A-D939-4E78-91B6-6C7E46406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6A0ADE6-1AEA-2039-C42E-F525697176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7885" r="21004" b="-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BC9811-6A89-B902-2B7E-7C8B6A90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53673"/>
            <a:ext cx="4023360" cy="5004794"/>
          </a:xfrm>
        </p:spPr>
        <p:txBody>
          <a:bodyPr>
            <a:normAutofit/>
          </a:bodyPr>
          <a:lstStyle/>
          <a:p>
            <a:r>
              <a:rPr lang="es-CL" sz="5400" noProof="0" dirty="0">
                <a:solidFill>
                  <a:schemeClr val="bg1"/>
                </a:solidFill>
              </a:rPr>
              <a:t>Diagnóstico y oportunidad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CB0F57-56C2-2171-ED79-8E36F3CD8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9083" y="853673"/>
            <a:ext cx="5715000" cy="500479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s-CL" sz="2000" b="1" noProof="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es-CL" sz="2000" b="1" noProof="0" dirty="0">
                <a:solidFill>
                  <a:schemeClr val="bg1"/>
                </a:solidFill>
                <a:effectLst/>
              </a:rPr>
              <a:t>Contexto regional</a:t>
            </a:r>
          </a:p>
          <a:p>
            <a:pPr marL="0" indent="0">
              <a:buNone/>
            </a:pPr>
            <a:endParaRPr lang="es-CL" sz="2000" noProof="0" dirty="0">
              <a:solidFill>
                <a:schemeClr val="bg1"/>
              </a:solidFill>
            </a:endParaRPr>
          </a:p>
          <a:p>
            <a:pPr marL="0" lvl="0" indent="0">
              <a:buNone/>
            </a:pPr>
            <a:r>
              <a:rPr lang="es-CL" sz="2000" noProof="0" dirty="0">
                <a:solidFill>
                  <a:schemeClr val="bg1"/>
                </a:solidFill>
                <a:effectLst/>
              </a:rPr>
              <a:t>Crecimiento habitacional y comercial sostenido.</a:t>
            </a:r>
            <a:endParaRPr lang="es-CL" sz="2000" noProof="0" dirty="0">
              <a:solidFill>
                <a:schemeClr val="bg1"/>
              </a:solidFill>
            </a:endParaRPr>
          </a:p>
          <a:p>
            <a:pPr marL="0" lvl="0" indent="0">
              <a:buNone/>
            </a:pPr>
            <a:r>
              <a:rPr lang="es-CL" sz="2000" noProof="0" dirty="0">
                <a:solidFill>
                  <a:schemeClr val="bg1"/>
                </a:solidFill>
                <a:effectLst/>
              </a:rPr>
              <a:t>Demanda de mobiliario a medida y estandarizado.</a:t>
            </a:r>
            <a:endParaRPr lang="es-CL" sz="2000" noProof="0" dirty="0">
              <a:solidFill>
                <a:schemeClr val="bg1"/>
              </a:solidFill>
            </a:endParaRPr>
          </a:p>
          <a:p>
            <a:pPr marL="0" lvl="0" indent="0">
              <a:buNone/>
            </a:pPr>
            <a:r>
              <a:rPr lang="es-CL" sz="2000" noProof="0" dirty="0">
                <a:solidFill>
                  <a:schemeClr val="bg1"/>
                </a:solidFill>
                <a:effectLst/>
              </a:rPr>
              <a:t>Oportunidad de abastecer a constructoras y pymes locales.</a:t>
            </a:r>
            <a:endParaRPr lang="es-CL" sz="2000" noProof="0" dirty="0">
              <a:solidFill>
                <a:schemeClr val="bg1"/>
              </a:solidFill>
            </a:endParaRPr>
          </a:p>
          <a:p>
            <a:pPr marL="0" lvl="0" indent="0">
              <a:buNone/>
            </a:pPr>
            <a:r>
              <a:rPr lang="es-CL" sz="2000" noProof="0" dirty="0">
                <a:solidFill>
                  <a:schemeClr val="bg1"/>
                </a:solidFill>
                <a:effectLst/>
              </a:rPr>
              <a:t>Déficit de oferta local de mobiliario personalizado.</a:t>
            </a:r>
            <a:endParaRPr lang="es-CL" sz="2000" noProof="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-CL" sz="2000" b="1" noProof="0" dirty="0">
              <a:solidFill>
                <a:schemeClr val="bg1"/>
              </a:solidFill>
              <a:effectLst/>
            </a:endParaRPr>
          </a:p>
          <a:p>
            <a:pPr marL="0" indent="0">
              <a:buNone/>
            </a:pPr>
            <a:r>
              <a:rPr lang="es-CL" sz="2000" b="1" noProof="0" dirty="0">
                <a:solidFill>
                  <a:schemeClr val="bg1"/>
                </a:solidFill>
                <a:effectLst/>
              </a:rPr>
              <a:t>Oportunidad</a:t>
            </a:r>
            <a:r>
              <a:rPr lang="es-CL" sz="2000" noProof="0" dirty="0">
                <a:solidFill>
                  <a:schemeClr val="bg1"/>
                </a:solidFill>
                <a:effectLst/>
              </a:rPr>
              <a:t> Instalar un centro productivo que permita fabricar muebles de calidad, a precios competitivos, con tiempos de entrega reducidos y enfoque en clientes particulares, empresas y proyectos inmobiliarios.</a:t>
            </a:r>
          </a:p>
          <a:p>
            <a:pPr marL="0" indent="0">
              <a:buNone/>
            </a:pPr>
            <a:endParaRPr lang="es-CL" sz="2000" noProof="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-CL" sz="2000" noProof="0" dirty="0">
              <a:solidFill>
                <a:schemeClr val="bg1"/>
              </a:solidFill>
            </a:endParaRPr>
          </a:p>
        </p:txBody>
      </p:sp>
      <p:sp>
        <p:nvSpPr>
          <p:cNvPr id="50" name="sketch box">
            <a:extLst>
              <a:ext uri="{FF2B5EF4-FFF2-40B4-BE49-F238E27FC236}">
                <a16:creationId xmlns:a16="http://schemas.microsoft.com/office/drawing/2014/main" id="{E0C43A58-225D-452D-8185-0D89D1EED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921" y="493776"/>
            <a:ext cx="6229604" cy="5722227"/>
          </a:xfrm>
          <a:custGeom>
            <a:avLst/>
            <a:gdLst>
              <a:gd name="csX0" fmla="*/ 0 w 6229604"/>
              <a:gd name="csY0" fmla="*/ 0 h 5722227"/>
              <a:gd name="csX1" fmla="*/ 629882 w 6229604"/>
              <a:gd name="csY1" fmla="*/ 0 h 5722227"/>
              <a:gd name="csX2" fmla="*/ 1135172 w 6229604"/>
              <a:gd name="csY2" fmla="*/ 0 h 5722227"/>
              <a:gd name="csX3" fmla="*/ 1951943 w 6229604"/>
              <a:gd name="csY3" fmla="*/ 0 h 5722227"/>
              <a:gd name="csX4" fmla="*/ 2581825 w 6229604"/>
              <a:gd name="csY4" fmla="*/ 0 h 5722227"/>
              <a:gd name="csX5" fmla="*/ 3211707 w 6229604"/>
              <a:gd name="csY5" fmla="*/ 0 h 5722227"/>
              <a:gd name="csX6" fmla="*/ 4028477 w 6229604"/>
              <a:gd name="csY6" fmla="*/ 0 h 5722227"/>
              <a:gd name="csX7" fmla="*/ 4596063 w 6229604"/>
              <a:gd name="csY7" fmla="*/ 0 h 5722227"/>
              <a:gd name="csX8" fmla="*/ 5412834 w 6229604"/>
              <a:gd name="csY8" fmla="*/ 0 h 5722227"/>
              <a:gd name="csX9" fmla="*/ 6229604 w 6229604"/>
              <a:gd name="csY9" fmla="*/ 0 h 5722227"/>
              <a:gd name="csX10" fmla="*/ 6229604 w 6229604"/>
              <a:gd name="csY10" fmla="*/ 635803 h 5722227"/>
              <a:gd name="csX11" fmla="*/ 6229604 w 6229604"/>
              <a:gd name="csY11" fmla="*/ 1271606 h 5722227"/>
              <a:gd name="csX12" fmla="*/ 6229604 w 6229604"/>
              <a:gd name="csY12" fmla="*/ 1964631 h 5722227"/>
              <a:gd name="csX13" fmla="*/ 6229604 w 6229604"/>
              <a:gd name="csY13" fmla="*/ 2428767 h 5722227"/>
              <a:gd name="csX14" fmla="*/ 6229604 w 6229604"/>
              <a:gd name="csY14" fmla="*/ 3064570 h 5722227"/>
              <a:gd name="csX15" fmla="*/ 6229604 w 6229604"/>
              <a:gd name="csY15" fmla="*/ 3700373 h 5722227"/>
              <a:gd name="csX16" fmla="*/ 6229604 w 6229604"/>
              <a:gd name="csY16" fmla="*/ 4336176 h 5722227"/>
              <a:gd name="csX17" fmla="*/ 6229604 w 6229604"/>
              <a:gd name="csY17" fmla="*/ 5029202 h 5722227"/>
              <a:gd name="csX18" fmla="*/ 6229604 w 6229604"/>
              <a:gd name="csY18" fmla="*/ 5722227 h 5722227"/>
              <a:gd name="csX19" fmla="*/ 5475130 w 6229604"/>
              <a:gd name="csY19" fmla="*/ 5722227 h 5722227"/>
              <a:gd name="csX20" fmla="*/ 4907544 w 6229604"/>
              <a:gd name="csY20" fmla="*/ 5722227 h 5722227"/>
              <a:gd name="csX21" fmla="*/ 4090773 w 6229604"/>
              <a:gd name="csY21" fmla="*/ 5722227 h 5722227"/>
              <a:gd name="csX22" fmla="*/ 3398595 w 6229604"/>
              <a:gd name="csY22" fmla="*/ 5722227 h 5722227"/>
              <a:gd name="csX23" fmla="*/ 2831009 w 6229604"/>
              <a:gd name="csY23" fmla="*/ 5722227 h 5722227"/>
              <a:gd name="csX24" fmla="*/ 2138831 w 6229604"/>
              <a:gd name="csY24" fmla="*/ 5722227 h 5722227"/>
              <a:gd name="csX25" fmla="*/ 1633541 w 6229604"/>
              <a:gd name="csY25" fmla="*/ 5722227 h 5722227"/>
              <a:gd name="csX26" fmla="*/ 1128251 w 6229604"/>
              <a:gd name="csY26" fmla="*/ 5722227 h 5722227"/>
              <a:gd name="csX27" fmla="*/ 0 w 6229604"/>
              <a:gd name="csY27" fmla="*/ 5722227 h 5722227"/>
              <a:gd name="csX28" fmla="*/ 0 w 6229604"/>
              <a:gd name="csY28" fmla="*/ 5200869 h 5722227"/>
              <a:gd name="csX29" fmla="*/ 0 w 6229604"/>
              <a:gd name="csY29" fmla="*/ 4450621 h 5722227"/>
              <a:gd name="csX30" fmla="*/ 0 w 6229604"/>
              <a:gd name="csY30" fmla="*/ 3872040 h 5722227"/>
              <a:gd name="csX31" fmla="*/ 0 w 6229604"/>
              <a:gd name="csY31" fmla="*/ 3407904 h 5722227"/>
              <a:gd name="csX32" fmla="*/ 0 w 6229604"/>
              <a:gd name="csY32" fmla="*/ 2714879 h 5722227"/>
              <a:gd name="csX33" fmla="*/ 0 w 6229604"/>
              <a:gd name="csY33" fmla="*/ 2193520 h 5722227"/>
              <a:gd name="csX34" fmla="*/ 0 w 6229604"/>
              <a:gd name="csY34" fmla="*/ 1500495 h 5722227"/>
              <a:gd name="csX35" fmla="*/ 0 w 6229604"/>
              <a:gd name="csY35" fmla="*/ 750248 h 5722227"/>
              <a:gd name="csX36" fmla="*/ 0 w 6229604"/>
              <a:gd name="csY36" fmla="*/ 0 h 5722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6229604" h="5722227" extrusionOk="0">
                <a:moveTo>
                  <a:pt x="0" y="0"/>
                </a:moveTo>
                <a:cubicBezTo>
                  <a:pt x="134765" y="733"/>
                  <a:pt x="359555" y="-15387"/>
                  <a:pt x="629882" y="0"/>
                </a:cubicBezTo>
                <a:cubicBezTo>
                  <a:pt x="900209" y="15387"/>
                  <a:pt x="965450" y="15937"/>
                  <a:pt x="1135172" y="0"/>
                </a:cubicBezTo>
                <a:cubicBezTo>
                  <a:pt x="1304894" y="-15937"/>
                  <a:pt x="1787212" y="10921"/>
                  <a:pt x="1951943" y="0"/>
                </a:cubicBezTo>
                <a:cubicBezTo>
                  <a:pt x="2116674" y="-10921"/>
                  <a:pt x="2378222" y="13313"/>
                  <a:pt x="2581825" y="0"/>
                </a:cubicBezTo>
                <a:cubicBezTo>
                  <a:pt x="2785428" y="-13313"/>
                  <a:pt x="2915218" y="19972"/>
                  <a:pt x="3211707" y="0"/>
                </a:cubicBezTo>
                <a:cubicBezTo>
                  <a:pt x="3508196" y="-19972"/>
                  <a:pt x="3832828" y="-34359"/>
                  <a:pt x="4028477" y="0"/>
                </a:cubicBezTo>
                <a:cubicBezTo>
                  <a:pt x="4224126" y="34359"/>
                  <a:pt x="4361257" y="4467"/>
                  <a:pt x="4596063" y="0"/>
                </a:cubicBezTo>
                <a:cubicBezTo>
                  <a:pt x="4830869" y="-4467"/>
                  <a:pt x="5091403" y="-7365"/>
                  <a:pt x="5412834" y="0"/>
                </a:cubicBezTo>
                <a:cubicBezTo>
                  <a:pt x="5734265" y="7365"/>
                  <a:pt x="6034988" y="-26786"/>
                  <a:pt x="6229604" y="0"/>
                </a:cubicBezTo>
                <a:cubicBezTo>
                  <a:pt x="6208296" y="256153"/>
                  <a:pt x="6219810" y="335049"/>
                  <a:pt x="6229604" y="635803"/>
                </a:cubicBezTo>
                <a:cubicBezTo>
                  <a:pt x="6239398" y="936557"/>
                  <a:pt x="6230184" y="1092448"/>
                  <a:pt x="6229604" y="1271606"/>
                </a:cubicBezTo>
                <a:cubicBezTo>
                  <a:pt x="6229024" y="1450764"/>
                  <a:pt x="6217841" y="1797531"/>
                  <a:pt x="6229604" y="1964631"/>
                </a:cubicBezTo>
                <a:cubicBezTo>
                  <a:pt x="6241367" y="2131731"/>
                  <a:pt x="6220367" y="2235822"/>
                  <a:pt x="6229604" y="2428767"/>
                </a:cubicBezTo>
                <a:cubicBezTo>
                  <a:pt x="6238841" y="2621712"/>
                  <a:pt x="6220929" y="2925917"/>
                  <a:pt x="6229604" y="3064570"/>
                </a:cubicBezTo>
                <a:cubicBezTo>
                  <a:pt x="6238279" y="3203223"/>
                  <a:pt x="6256755" y="3501958"/>
                  <a:pt x="6229604" y="3700373"/>
                </a:cubicBezTo>
                <a:cubicBezTo>
                  <a:pt x="6202453" y="3898788"/>
                  <a:pt x="6201714" y="4046823"/>
                  <a:pt x="6229604" y="4336176"/>
                </a:cubicBezTo>
                <a:cubicBezTo>
                  <a:pt x="6257494" y="4625529"/>
                  <a:pt x="6258821" y="4774033"/>
                  <a:pt x="6229604" y="5029202"/>
                </a:cubicBezTo>
                <a:cubicBezTo>
                  <a:pt x="6200387" y="5284371"/>
                  <a:pt x="6233334" y="5383875"/>
                  <a:pt x="6229604" y="5722227"/>
                </a:cubicBezTo>
                <a:cubicBezTo>
                  <a:pt x="6016393" y="5707881"/>
                  <a:pt x="5684528" y="5751176"/>
                  <a:pt x="5475130" y="5722227"/>
                </a:cubicBezTo>
                <a:cubicBezTo>
                  <a:pt x="5265732" y="5693278"/>
                  <a:pt x="5082862" y="5732690"/>
                  <a:pt x="4907544" y="5722227"/>
                </a:cubicBezTo>
                <a:cubicBezTo>
                  <a:pt x="4732226" y="5711764"/>
                  <a:pt x="4474837" y="5716289"/>
                  <a:pt x="4090773" y="5722227"/>
                </a:cubicBezTo>
                <a:cubicBezTo>
                  <a:pt x="3706709" y="5728165"/>
                  <a:pt x="3645902" y="5723973"/>
                  <a:pt x="3398595" y="5722227"/>
                </a:cubicBezTo>
                <a:cubicBezTo>
                  <a:pt x="3151288" y="5720481"/>
                  <a:pt x="3001606" y="5732695"/>
                  <a:pt x="2831009" y="5722227"/>
                </a:cubicBezTo>
                <a:cubicBezTo>
                  <a:pt x="2660412" y="5711759"/>
                  <a:pt x="2424161" y="5689878"/>
                  <a:pt x="2138831" y="5722227"/>
                </a:cubicBezTo>
                <a:cubicBezTo>
                  <a:pt x="1853501" y="5754576"/>
                  <a:pt x="1788223" y="5720540"/>
                  <a:pt x="1633541" y="5722227"/>
                </a:cubicBezTo>
                <a:cubicBezTo>
                  <a:pt x="1478859" y="5723915"/>
                  <a:pt x="1324151" y="5739059"/>
                  <a:pt x="1128251" y="5722227"/>
                </a:cubicBezTo>
                <a:cubicBezTo>
                  <a:pt x="932351" y="5705396"/>
                  <a:pt x="522340" y="5691488"/>
                  <a:pt x="0" y="5722227"/>
                </a:cubicBezTo>
                <a:cubicBezTo>
                  <a:pt x="-8445" y="5596771"/>
                  <a:pt x="-11215" y="5344833"/>
                  <a:pt x="0" y="5200869"/>
                </a:cubicBezTo>
                <a:cubicBezTo>
                  <a:pt x="11215" y="5056905"/>
                  <a:pt x="20310" y="4693766"/>
                  <a:pt x="0" y="4450621"/>
                </a:cubicBezTo>
                <a:cubicBezTo>
                  <a:pt x="-20310" y="4207476"/>
                  <a:pt x="817" y="4075053"/>
                  <a:pt x="0" y="3872040"/>
                </a:cubicBezTo>
                <a:cubicBezTo>
                  <a:pt x="-817" y="3669027"/>
                  <a:pt x="-21729" y="3595882"/>
                  <a:pt x="0" y="3407904"/>
                </a:cubicBezTo>
                <a:cubicBezTo>
                  <a:pt x="21729" y="3219926"/>
                  <a:pt x="-30605" y="3052469"/>
                  <a:pt x="0" y="2714879"/>
                </a:cubicBezTo>
                <a:cubicBezTo>
                  <a:pt x="30605" y="2377289"/>
                  <a:pt x="-16081" y="2430808"/>
                  <a:pt x="0" y="2193520"/>
                </a:cubicBezTo>
                <a:cubicBezTo>
                  <a:pt x="16081" y="1956232"/>
                  <a:pt x="18120" y="1817979"/>
                  <a:pt x="0" y="1500495"/>
                </a:cubicBezTo>
                <a:cubicBezTo>
                  <a:pt x="-18120" y="1183011"/>
                  <a:pt x="23969" y="972269"/>
                  <a:pt x="0" y="750248"/>
                </a:cubicBezTo>
                <a:cubicBezTo>
                  <a:pt x="-23969" y="528227"/>
                  <a:pt x="-3769" y="358360"/>
                  <a:pt x="0" y="0"/>
                </a:cubicBezTo>
                <a:close/>
              </a:path>
            </a:pathLst>
          </a:custGeom>
          <a:noFill/>
          <a:ln w="47625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EA2C7B9-3FFB-DB14-A0E0-0FF62EA15F40}"/>
              </a:ext>
            </a:extLst>
          </p:cNvPr>
          <p:cNvSpPr txBox="1"/>
          <p:nvPr/>
        </p:nvSpPr>
        <p:spPr>
          <a:xfrm>
            <a:off x="0" y="5980154"/>
            <a:ext cx="6177280" cy="646331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endParaRPr lang="es-CL" noProof="0" dirty="0"/>
          </a:p>
          <a:p>
            <a:r>
              <a:rPr lang="es-CL" noProof="0" dirty="0"/>
              <a:t>PRODUCCIÓN LOCAL PARA UNA REGIÓN MÁS FUERTE</a:t>
            </a:r>
          </a:p>
        </p:txBody>
      </p:sp>
    </p:spTree>
    <p:extLst>
      <p:ext uri="{BB962C8B-B14F-4D97-AF65-F5344CB8AC3E}">
        <p14:creationId xmlns:p14="http://schemas.microsoft.com/office/powerpoint/2010/main" val="1304566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Reformas de cocinas Zaragoza | Cocinas IMCO">
            <a:extLst>
              <a:ext uri="{FF2B5EF4-FFF2-40B4-BE49-F238E27FC236}">
                <a16:creationId xmlns:a16="http://schemas.microsoft.com/office/drawing/2014/main" id="{882BAD39-8B12-FFAA-8D4A-F90D354FDC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6858"/>
            <a:ext cx="12192000" cy="686485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DA9E142B-4C65-90DB-22A5-77C6FF2FB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noProof="0" dirty="0"/>
              <a:t>OBJETIVOS</a:t>
            </a:r>
            <a:br>
              <a:rPr lang="es-CL" b="1" noProof="0" dirty="0"/>
            </a:br>
            <a:endParaRPr lang="es-CL" noProof="0" dirty="0"/>
          </a:p>
        </p:txBody>
      </p:sp>
      <p:graphicFrame>
        <p:nvGraphicFramePr>
          <p:cNvPr id="9" name="Marcador de contenido 4">
            <a:extLst>
              <a:ext uri="{FF2B5EF4-FFF2-40B4-BE49-F238E27FC236}">
                <a16:creationId xmlns:a16="http://schemas.microsoft.com/office/drawing/2014/main" id="{7E38C3E5-6E31-C418-4694-9643BA2375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962361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3543D20-7A47-7044-C11D-3BC761CDA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CL" sz="2400" b="1" noProof="0" dirty="0">
                <a:effectLst/>
              </a:rPr>
              <a:t>Objetivo general</a:t>
            </a:r>
            <a:r>
              <a:rPr lang="es-CL" sz="2400" noProof="0" dirty="0">
                <a:effectLst/>
              </a:rPr>
              <a:t> Desarrollar un centro productivo de fabricación de mobiliario y productos de madera en un inmueble fiscal de la Región de Coquimbo, mediante una concesión de uso oneroso, generando empleo y actividad económica local.</a:t>
            </a:r>
            <a:endParaRPr lang="es-CL" sz="2400" noProof="0" dirty="0"/>
          </a:p>
          <a:p>
            <a:endParaRPr lang="es-CL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CB88900-61CF-920A-0A3B-2E9BC7C35448}"/>
              </a:ext>
            </a:extLst>
          </p:cNvPr>
          <p:cNvSpPr txBox="1"/>
          <p:nvPr/>
        </p:nvSpPr>
        <p:spPr>
          <a:xfrm>
            <a:off x="1558635" y="5940057"/>
            <a:ext cx="4795520" cy="830997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noProof="0" dirty="0">
                <a:solidFill>
                  <a:schemeClr val="accent1"/>
                </a:solidFill>
                <a:effectLst/>
                <a:latin typeface="+mj-lt"/>
                <a:cs typeface="Aldhabi" panose="020F0502020204030204" pitchFamily="2" charset="-78"/>
              </a:rPr>
              <a:t>PEQUEÑAS INVERSIONES,</a:t>
            </a:r>
          </a:p>
          <a:p>
            <a:pPr lvl="1" algn="r"/>
            <a:r>
              <a:rPr lang="es-CL" sz="2400" b="1" i="1" u="sng" noProof="0" dirty="0">
                <a:solidFill>
                  <a:schemeClr val="accent1"/>
                </a:solidFill>
                <a:effectLst/>
                <a:latin typeface="+mj-lt"/>
                <a:cs typeface="Aldhabi" panose="020F0502020204030204" pitchFamily="2" charset="-78"/>
              </a:rPr>
              <a:t> GRANDES IMPACTOS</a:t>
            </a:r>
            <a:endParaRPr lang="es-CL" sz="2400" i="1" u="sng" noProof="0" dirty="0">
              <a:solidFill>
                <a:schemeClr val="accent1"/>
              </a:solidFill>
              <a:latin typeface="+mj-lt"/>
              <a:cs typeface="Aldhabi" panose="020F0502020204030204" pitchFamily="2" charset="-78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C5E45EF-335A-4972-52D2-0E5CD2EF9615}"/>
              </a:ext>
            </a:extLst>
          </p:cNvPr>
          <p:cNvSpPr/>
          <p:nvPr/>
        </p:nvSpPr>
        <p:spPr>
          <a:xfrm>
            <a:off x="7895265" y="-9525"/>
            <a:ext cx="2992769" cy="254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6ED0202-EC82-5EDF-2CE1-41B8F52273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933" y="5589245"/>
            <a:ext cx="1080769" cy="108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09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 useBgFill="1">
        <p:nvSpPr>
          <p:cNvPr id="46" name="Freeform: Shape 45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1" name="Freeform: Shape 47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C7081C25-B8AC-E675-04F9-14E25FC31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098" y="1106034"/>
            <a:ext cx="501907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s-CL" sz="5400" b="1" kern="1200" noProof="0" dirty="0">
                <a:latin typeface="+mj-lt"/>
                <a:ea typeface="+mj-ea"/>
                <a:cs typeface="+mj-cs"/>
              </a:rPr>
              <a:t>DESCRIPCIÓN DEL PROYECTO</a:t>
            </a:r>
            <a:br>
              <a:rPr lang="es-CL" sz="5400" b="1" kern="1200" noProof="0" dirty="0">
                <a:latin typeface="+mj-lt"/>
                <a:ea typeface="+mj-ea"/>
                <a:cs typeface="+mj-cs"/>
              </a:rPr>
            </a:br>
            <a:endParaRPr lang="es-CL" sz="5400" kern="1200" noProof="0" dirty="0">
              <a:latin typeface="+mj-lt"/>
              <a:ea typeface="+mj-ea"/>
              <a:cs typeface="+mj-cs"/>
            </a:endParaRPr>
          </a:p>
        </p:txBody>
      </p:sp>
      <p:sp>
        <p:nvSpPr>
          <p:cNvPr id="10" name="Subtítulo 9">
            <a:extLst>
              <a:ext uri="{FF2B5EF4-FFF2-40B4-BE49-F238E27FC236}">
                <a16:creationId xmlns:a16="http://schemas.microsoft.com/office/drawing/2014/main" id="{DEE9074C-0CB2-8130-FBA9-B85C2BECE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9097" y="4873547"/>
            <a:ext cx="5013698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s-CL" sz="1500" noProof="0" dirty="0">
                <a:effectLst/>
              </a:rPr>
              <a:t>El proyecto contempla la habilitación de un terreno de </a:t>
            </a:r>
            <a:r>
              <a:rPr lang="es-CL" sz="1500" b="1" noProof="0" dirty="0">
                <a:effectLst/>
              </a:rPr>
              <a:t>800 a 1.000 m²</a:t>
            </a:r>
            <a:r>
              <a:rPr lang="es-CL" sz="1500" noProof="0" dirty="0">
                <a:effectLst/>
              </a:rPr>
              <a:t> con infraestructura modular, container, cierre perimetral, áreas de producción y almacenamiento, e implementación eléctrica.</a:t>
            </a:r>
            <a:endParaRPr lang="es-CL" sz="1500" noProof="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s-CL" sz="1500" noProof="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B2EE338E-91BE-D40F-CF4B-5C32FD489E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1" r="15233" b="1"/>
          <a:stretch>
            <a:fillRect/>
          </a:stretch>
        </p:blipFill>
        <p:spPr>
          <a:xfrm>
            <a:off x="7162800" y="34930"/>
            <a:ext cx="3713387" cy="3333953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33181DF9-02EC-ED51-97DB-B199AF5C71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547" b="4307"/>
          <a:stretch>
            <a:fillRect/>
          </a:stretch>
        </p:blipFill>
        <p:spPr>
          <a:xfrm>
            <a:off x="6203325" y="3411045"/>
            <a:ext cx="5955205" cy="3083543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F6A0B0AD-3A55-EBFE-6334-2CE56690F6C9}"/>
              </a:ext>
            </a:extLst>
          </p:cNvPr>
          <p:cNvSpPr txBox="1"/>
          <p:nvPr/>
        </p:nvSpPr>
        <p:spPr>
          <a:xfrm>
            <a:off x="2624054" y="6496361"/>
            <a:ext cx="5894242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CL" b="1" noProof="0" dirty="0"/>
              <a:t>INFRAESTRUCTURA SIMPLE, FUNCIONAL Y AMPLIABLE</a:t>
            </a:r>
            <a:endParaRPr lang="es-CL" noProof="0" dirty="0"/>
          </a:p>
          <a:p>
            <a:pPr>
              <a:spcAft>
                <a:spcPts val="600"/>
              </a:spcAft>
            </a:pPr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402272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8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8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08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build="p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3A25FCB-0B04-FE7B-9B0D-B43EA8F52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865" y="457200"/>
            <a:ext cx="890426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287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E26CEBF-FCBA-77F0-B7BD-8485B57A728A}"/>
              </a:ext>
            </a:extLst>
          </p:cNvPr>
          <p:cNvSpPr txBox="1"/>
          <p:nvPr/>
        </p:nvSpPr>
        <p:spPr>
          <a:xfrm>
            <a:off x="64506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36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MODELO DE NEGOCIO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8C8572-60B8-D0B8-9977-C97CB3F0951C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b="1" noProof="0" dirty="0"/>
              <a:t>FUENTES DE INGRESOS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effectLst/>
              </a:rPr>
              <a:t>Venta de productos terminados</a:t>
            </a:r>
            <a:endParaRPr lang="es-CL" noProof="0" dirty="0"/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effectLst/>
              </a:rPr>
              <a:t>Instalación en terreno</a:t>
            </a:r>
            <a:endParaRPr lang="es-CL" noProof="0" dirty="0"/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effectLst/>
              </a:rPr>
              <a:t>Proyectos a empresas</a:t>
            </a:r>
            <a:endParaRPr lang="es-CL" noProof="0" dirty="0"/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effectLst/>
              </a:rPr>
              <a:t>Servicios de diseño y asesoría</a:t>
            </a:r>
            <a:endParaRPr lang="es-CL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64A66BF-8968-90B7-EA33-2526ACB06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237374"/>
              </p:ext>
            </p:extLst>
          </p:nvPr>
        </p:nvGraphicFramePr>
        <p:xfrm>
          <a:off x="5987738" y="2469095"/>
          <a:ext cx="5628019" cy="1686940"/>
        </p:xfrm>
        <a:graphic>
          <a:graphicData uri="http://schemas.openxmlformats.org/drawingml/2006/table">
            <a:tbl>
              <a:tblPr/>
              <a:tblGrid>
                <a:gridCol w="1905550">
                  <a:extLst>
                    <a:ext uri="{9D8B030D-6E8A-4147-A177-3AD203B41FA5}">
                      <a16:colId xmlns:a16="http://schemas.microsoft.com/office/drawing/2014/main" val="3376546047"/>
                    </a:ext>
                  </a:extLst>
                </a:gridCol>
                <a:gridCol w="2031557">
                  <a:extLst>
                    <a:ext uri="{9D8B030D-6E8A-4147-A177-3AD203B41FA5}">
                      <a16:colId xmlns:a16="http://schemas.microsoft.com/office/drawing/2014/main" val="55966930"/>
                    </a:ext>
                  </a:extLst>
                </a:gridCol>
                <a:gridCol w="1690912">
                  <a:extLst>
                    <a:ext uri="{9D8B030D-6E8A-4147-A177-3AD203B41FA5}">
                      <a16:colId xmlns:a16="http://schemas.microsoft.com/office/drawing/2014/main" val="2380944382"/>
                    </a:ext>
                  </a:extLst>
                </a:gridCol>
              </a:tblGrid>
              <a:tr h="597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noProof="0" dirty="0"/>
                        <a:t>FABRICACIÓN A MEDIDA</a:t>
                      </a:r>
                      <a:endParaRPr lang="es-CL" sz="1600" noProof="0" dirty="0"/>
                    </a:p>
                  </a:txBody>
                  <a:tcPr marL="80767" marR="80767" marT="40383" marB="403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noProof="0" dirty="0"/>
                        <a:t>FABRICACIÓN ESTANDARIZADA</a:t>
                      </a:r>
                      <a:endParaRPr lang="es-CL" sz="1600" noProof="0" dirty="0"/>
                    </a:p>
                  </a:txBody>
                  <a:tcPr marL="80767" marR="80767" marT="40383" marB="403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b="1" noProof="0" dirty="0"/>
                        <a:t>VENTA A EMPRESAS</a:t>
                      </a:r>
                      <a:endParaRPr lang="es-CL" sz="1600" noProof="0" dirty="0"/>
                    </a:p>
                  </a:txBody>
                  <a:tcPr marL="80767" marR="80767" marT="40383" marB="403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756707"/>
                  </a:ext>
                </a:extLst>
              </a:tr>
              <a:tr h="1089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noProof="0" dirty="0"/>
                        <a:t>Márgenes altos, soluciones personalizadas</a:t>
                      </a:r>
                    </a:p>
                  </a:txBody>
                  <a:tcPr marL="80767" marR="80767" marT="40383" marB="403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noProof="0" dirty="0"/>
                        <a:t>Mayor volumen, menores tiempos</a:t>
                      </a:r>
                    </a:p>
                  </a:txBody>
                  <a:tcPr marL="80767" marR="80767" marT="40383" marB="403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600" noProof="0" dirty="0"/>
                        <a:t>Constructoras, </a:t>
                      </a:r>
                      <a:r>
                        <a:rPr lang="es-CL" sz="1600" noProof="0" dirty="0" err="1"/>
                        <a:t>remodeladoras</a:t>
                      </a:r>
                      <a:r>
                        <a:rPr lang="es-CL" sz="1600" noProof="0" dirty="0"/>
                        <a:t>, comercios, instituciones</a:t>
                      </a:r>
                    </a:p>
                  </a:txBody>
                  <a:tcPr marL="80767" marR="80767" marT="40383" marB="403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098914"/>
                  </a:ext>
                </a:extLst>
              </a:tr>
            </a:tbl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D2815D53-BC2B-44DE-9A6C-CF14AB17A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852" y="3787072"/>
            <a:ext cx="4943789" cy="329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089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37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6" name="Rectangle 39">
            <a:extLst>
              <a:ext uri="{FF2B5EF4-FFF2-40B4-BE49-F238E27FC236}">
                <a16:creationId xmlns:a16="http://schemas.microsoft.com/office/drawing/2014/main" id="{2F36CA75-CFBF-4844-B719-8FE9EBADA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7" name="Rectangle 41">
            <a:extLst>
              <a:ext uri="{FF2B5EF4-FFF2-40B4-BE49-F238E27FC236}">
                <a16:creationId xmlns:a16="http://schemas.microsoft.com/office/drawing/2014/main" id="{3D4A84B9-E564-4DD0-97F8-DBF1C460C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58" name="Picture 43">
            <a:extLst>
              <a:ext uri="{FF2B5EF4-FFF2-40B4-BE49-F238E27FC236}">
                <a16:creationId xmlns:a16="http://schemas.microsoft.com/office/drawing/2014/main" id="{4A599609-F5C2-4A0B-A992-913F814A6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59" name="Rectangle 45">
            <a:extLst>
              <a:ext uri="{FF2B5EF4-FFF2-40B4-BE49-F238E27FC236}">
                <a16:creationId xmlns:a16="http://schemas.microsoft.com/office/drawing/2014/main" id="{102382E0-0A09-46AE-B955-B911CAFE7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0" name="Rectangle 47">
            <a:extLst>
              <a:ext uri="{FF2B5EF4-FFF2-40B4-BE49-F238E27FC236}">
                <a16:creationId xmlns:a16="http://schemas.microsoft.com/office/drawing/2014/main" id="{7DE75D4A-0965-4973-BE75-DECCAC9A9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L" noProof="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521C629-B306-6B0D-4663-D8652DB8E5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l="20573" r="17649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940BA05-EC98-B5D1-1BA7-139448DBBDA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rcRect l="21288" r="19378" b="-1"/>
          <a:stretch>
            <a:fillRect/>
          </a:stretch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D60F128-36DE-E843-8137-B729110B2BB7}"/>
              </a:ext>
            </a:extLst>
          </p:cNvPr>
          <p:cNvSpPr txBox="1"/>
          <p:nvPr/>
        </p:nvSpPr>
        <p:spPr>
          <a:xfrm>
            <a:off x="1191965" y="552807"/>
            <a:ext cx="9801854" cy="2790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4800" b="1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LAYOUT DEL PROYECTO (1.000 m² – 25 x 40 m)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s-CL" sz="4800" kern="12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54AAAAC-7A60-81F2-652E-094B93AC854A}"/>
              </a:ext>
            </a:extLst>
          </p:cNvPr>
          <p:cNvSpPr txBox="1"/>
          <p:nvPr/>
        </p:nvSpPr>
        <p:spPr>
          <a:xfrm>
            <a:off x="1191966" y="3510476"/>
            <a:ext cx="9801854" cy="26142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lvl="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b="1" noProof="0" dirty="0">
                <a:solidFill>
                  <a:srgbClr val="FFFFFF"/>
                </a:solidFill>
                <a:effectLst/>
              </a:rPr>
              <a:t>Acceso y portón</a:t>
            </a:r>
            <a:endParaRPr lang="es-CL" noProof="0" dirty="0">
              <a:solidFill>
                <a:srgbClr val="FFFFFF"/>
              </a:solidFill>
            </a:endParaRPr>
          </a:p>
          <a:p>
            <a:pPr marL="342900" lvl="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b="1" noProof="0" dirty="0">
                <a:solidFill>
                  <a:srgbClr val="FFFFFF"/>
                </a:solidFill>
                <a:effectLst/>
              </a:rPr>
              <a:t>Estacionamientos</a:t>
            </a:r>
            <a:endParaRPr lang="es-CL" noProof="0" dirty="0">
              <a:solidFill>
                <a:srgbClr val="FFFFFF"/>
              </a:solidFill>
            </a:endParaRPr>
          </a:p>
          <a:p>
            <a:pPr marL="342900" lvl="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b="1" noProof="0" dirty="0">
                <a:solidFill>
                  <a:srgbClr val="FFFFFF"/>
                </a:solidFill>
                <a:effectLst/>
              </a:rPr>
              <a:t>Container/oficina</a:t>
            </a:r>
            <a:endParaRPr lang="es-CL" noProof="0" dirty="0">
              <a:solidFill>
                <a:srgbClr val="FFFFFF"/>
              </a:solidFill>
            </a:endParaRPr>
          </a:p>
          <a:p>
            <a:pPr marL="342900" lvl="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b="1" noProof="0" dirty="0">
                <a:solidFill>
                  <a:srgbClr val="FFFFFF"/>
                </a:solidFill>
                <a:effectLst/>
              </a:rPr>
              <a:t>Galpón Área de producción</a:t>
            </a:r>
            <a:endParaRPr lang="es-CL" noProof="0" dirty="0">
              <a:solidFill>
                <a:srgbClr val="FFFFFF"/>
              </a:solidFill>
            </a:endParaRPr>
          </a:p>
          <a:p>
            <a:pPr marL="342900" lvl="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b="1" noProof="0" dirty="0">
                <a:solidFill>
                  <a:srgbClr val="FFFFFF"/>
                </a:solidFill>
                <a:effectLst/>
              </a:rPr>
              <a:t>Bodega materiales</a:t>
            </a:r>
            <a:endParaRPr lang="es-CL" noProof="0" dirty="0">
              <a:solidFill>
                <a:srgbClr val="FFFFFF"/>
              </a:solidFill>
            </a:endParaRPr>
          </a:p>
          <a:p>
            <a:pPr marL="342900" lvl="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b="1" noProof="0" dirty="0">
                <a:solidFill>
                  <a:srgbClr val="FFFFFF"/>
                </a:solidFill>
                <a:effectLst/>
              </a:rPr>
              <a:t>Patio de maniobras</a:t>
            </a:r>
            <a:endParaRPr lang="es-CL" noProof="0" dirty="0">
              <a:solidFill>
                <a:srgbClr val="FFFFFF"/>
              </a:solidFill>
            </a:endParaRPr>
          </a:p>
          <a:p>
            <a:pPr marL="342900" lvl="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b="1" noProof="0" dirty="0">
                <a:solidFill>
                  <a:srgbClr val="FFFFFF"/>
                </a:solidFill>
                <a:effectLst/>
              </a:rPr>
              <a:t>Cierre perimetral</a:t>
            </a:r>
            <a:endParaRPr lang="es-CL" noProof="0" dirty="0">
              <a:solidFill>
                <a:srgbClr val="FFFFFF"/>
              </a:solidFill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C3BBDCC-BE8F-50AF-1F7B-BF4320995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0222" y="4019339"/>
            <a:ext cx="3029981" cy="270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150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0D447F2-0ABB-5C21-5ED2-481BECA235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42" b="-2"/>
          <a:stretch>
            <a:fillRect/>
          </a:stretch>
        </p:blipFill>
        <p:spPr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FA3F5FC-05A9-947D-0F4A-5B769F008237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CL" sz="1400" b="1" noProof="0" dirty="0"/>
              <a:t>Oct. 2026:</a:t>
            </a:r>
            <a:r>
              <a:rPr lang="es-CL" sz="1400" noProof="0" dirty="0"/>
              <a:t> Planificación y organización inicial. </a:t>
            </a:r>
          </a:p>
          <a:p>
            <a:pPr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CL" sz="1400" b="1" noProof="0" dirty="0"/>
              <a:t>Oct.–Dic. 2026:</a:t>
            </a:r>
            <a:r>
              <a:rPr lang="es-CL" sz="1400" noProof="0" dirty="0"/>
              <a:t> Permisos y autorizaciones. </a:t>
            </a:r>
          </a:p>
          <a:p>
            <a:pPr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CL" sz="1400" b="1" noProof="0" dirty="0"/>
              <a:t>Dic. 2026–Ene. 2027:</a:t>
            </a:r>
            <a:r>
              <a:rPr lang="es-CL" sz="1400" noProof="0" dirty="0"/>
              <a:t> Habilitación, instalaciones e infraestructura. </a:t>
            </a:r>
          </a:p>
          <a:p>
            <a:pPr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CL" sz="1400" b="1" noProof="0" dirty="0"/>
              <a:t>Ene.–Feb. 2027:</a:t>
            </a:r>
            <a:r>
              <a:rPr lang="es-CL" sz="1400" noProof="0" dirty="0"/>
              <a:t> Implementación productiva y logística. </a:t>
            </a:r>
          </a:p>
          <a:p>
            <a:pPr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CL" sz="1400" b="1" noProof="0" dirty="0"/>
              <a:t>Feb.–Abr. 2027:</a:t>
            </a:r>
            <a:r>
              <a:rPr lang="es-CL" sz="1400" noProof="0" dirty="0"/>
              <a:t> Desarrollo de productos y soluciones habitacionales. </a:t>
            </a:r>
          </a:p>
          <a:p>
            <a:pPr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CL" sz="1400" b="1" noProof="0" dirty="0"/>
              <a:t>Abr.–May. 2027:</a:t>
            </a:r>
            <a:r>
              <a:rPr lang="es-CL" sz="1400" noProof="0" dirty="0"/>
              <a:t> Producción inicial y comercialización. </a:t>
            </a:r>
          </a:p>
          <a:p>
            <a:pPr lv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CL" sz="1400" b="1" noProof="0" dirty="0"/>
              <a:t>May.–Jun. 2027:</a:t>
            </a:r>
            <a:r>
              <a:rPr lang="es-CL" sz="1400" noProof="0" dirty="0"/>
              <a:t> Puesta en marcha y producción regular.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C2A5C00-B038-A180-DE39-7B677FA6430A}"/>
              </a:ext>
            </a:extLst>
          </p:cNvPr>
          <p:cNvSpPr txBox="1"/>
          <p:nvPr/>
        </p:nvSpPr>
        <p:spPr>
          <a:xfrm>
            <a:off x="311984" y="1815437"/>
            <a:ext cx="3570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noProof="0" dirty="0"/>
              <a:t>Cronograma de implementación</a:t>
            </a:r>
          </a:p>
          <a:p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3474544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4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D222E89-7451-B789-BF08-B623A9B7A0A4}"/>
              </a:ext>
            </a:extLst>
          </p:cNvPr>
          <p:cNvSpPr txBox="1"/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3400" b="1" kern="1200" noProof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MARCO NORMATIVO Y REGULATORIO</a:t>
            </a:r>
            <a:endParaRPr lang="es-CL" sz="3400" kern="1200" noProof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" name="Rectangle 26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7" name="Rectangle 2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E8CDE0B-0316-15F9-C69A-C7D0CA124C52}"/>
              </a:ext>
            </a:extLst>
          </p:cNvPr>
          <p:cNvSpPr txBox="1"/>
          <p:nvPr/>
        </p:nvSpPr>
        <p:spPr>
          <a:xfrm>
            <a:off x="1155548" y="2217343"/>
            <a:ext cx="9880893" cy="395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/>
              <a:t>El proyecto será desarrollado cumpliendo la legislación chilena vigente aplicable a las actividades productivas, laborales, sanitarias y de prevención de riesgos. En particular, se considerarán las disposiciones del Código del Trabajo; Ley N.º 16.744 sobre accidentes del trabajo y enfermedades profesionales; D.S. N.º 44/2024 del Ministerio del Trabajo y Previsión Social sobre gestión preventiva de los riesgos laborales; D.S. N.º 594/1999 del Ministerio de Salud sobre condiciones sanitarias y ambientales básicas en los lugares de trabajo</a:t>
            </a:r>
            <a:r>
              <a:rPr lang="es-CL" dirty="0"/>
              <a:t> y</a:t>
            </a:r>
            <a:r>
              <a:rPr lang="es-CL" noProof="0" dirty="0"/>
              <a:t> Código Sanitario.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/>
              <a:t>El diseño y funcionamiento del centro productivo contemplará medidas destinadas a controlar los riesgos asociados al trabajo con madera y tableros, incluyendo generación de polvo, ruido, utilización de herramientas y maquinaria, manipulación de materiales, riesgos eléctricos, incendios y circulación de vehículos y equipos al interior del recinto.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/>
              <a:t>Asimismo, se contempla implementar las condiciones necesarias de agua potable, servicios higiénicos, ventilación, iluminación, extracción de polvo, señalización, elementos de protección personal, prevención de incendios y capacitación de los trabajadores, conforme a la normativa vigente.</a:t>
            </a:r>
          </a:p>
        </p:txBody>
      </p:sp>
    </p:spTree>
    <p:extLst>
      <p:ext uri="{BB962C8B-B14F-4D97-AF65-F5344CB8AC3E}">
        <p14:creationId xmlns:p14="http://schemas.microsoft.com/office/powerpoint/2010/main" val="2129390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uadroTexto 4">
            <a:extLst>
              <a:ext uri="{FF2B5EF4-FFF2-40B4-BE49-F238E27FC236}">
                <a16:creationId xmlns:a16="http://schemas.microsoft.com/office/drawing/2014/main" id="{BCA62FE7-6924-3BE5-597B-2D17BCE8C8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6308025"/>
              </p:ext>
            </p:extLst>
          </p:nvPr>
        </p:nvGraphicFramePr>
        <p:xfrm>
          <a:off x="3047163" y="1584853"/>
          <a:ext cx="6094324" cy="3693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4890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1AC6A30-4F22-4C0F-B278-19C5B8A80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B4335AD-65B1-44E4-90AF-264024FE4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12191999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430B8D-AC4C-EAC0-C9AD-98A3EACB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366" y="609600"/>
            <a:ext cx="4267200" cy="1351472"/>
          </a:xfrm>
        </p:spPr>
        <p:txBody>
          <a:bodyPr>
            <a:normAutofit/>
          </a:bodyPr>
          <a:lstStyle/>
          <a:p>
            <a:pPr algn="ctr"/>
            <a:r>
              <a:rPr lang="es-CL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Beneficios para la región </a:t>
            </a:r>
          </a:p>
        </p:txBody>
      </p:sp>
      <p:pic>
        <p:nvPicPr>
          <p:cNvPr id="6" name="Imagen 5" descr="Cruz del Tercer Milenio - LibrePedia">
            <a:extLst>
              <a:ext uri="{FF2B5EF4-FFF2-40B4-BE49-F238E27FC236}">
                <a16:creationId xmlns:a16="http://schemas.microsoft.com/office/drawing/2014/main" id="{D37506BC-8452-67C9-39BE-706B403FFF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78" r="5279"/>
          <a:stretch>
            <a:fillRect/>
          </a:stretch>
        </p:blipFill>
        <p:spPr>
          <a:xfrm>
            <a:off x="3" y="1"/>
            <a:ext cx="3695699" cy="6858001"/>
          </a:xfrm>
          <a:custGeom>
            <a:avLst/>
            <a:gdLst/>
            <a:ahLst/>
            <a:cxnLst/>
            <a:rect l="l" t="t" r="r" b="b"/>
            <a:pathLst>
              <a:path w="3695699" h="6858001">
                <a:moveTo>
                  <a:pt x="0" y="0"/>
                </a:moveTo>
                <a:lnTo>
                  <a:pt x="3435129" y="0"/>
                </a:lnTo>
                <a:lnTo>
                  <a:pt x="3430599" y="17349"/>
                </a:lnTo>
                <a:cubicBezTo>
                  <a:pt x="3437542" y="19835"/>
                  <a:pt x="3423757" y="30822"/>
                  <a:pt x="3427683" y="38871"/>
                </a:cubicBezTo>
                <a:cubicBezTo>
                  <a:pt x="3431230" y="44698"/>
                  <a:pt x="3427877" y="49388"/>
                  <a:pt x="3427096" y="55116"/>
                </a:cubicBezTo>
                <a:cubicBezTo>
                  <a:pt x="3429620" y="62945"/>
                  <a:pt x="3421946" y="87211"/>
                  <a:pt x="3417356" y="93331"/>
                </a:cubicBezTo>
                <a:cubicBezTo>
                  <a:pt x="3401974" y="107607"/>
                  <a:pt x="3409629" y="143436"/>
                  <a:pt x="3397765" y="155370"/>
                </a:cubicBezTo>
                <a:cubicBezTo>
                  <a:pt x="3395800" y="159886"/>
                  <a:pt x="3394789" y="164378"/>
                  <a:pt x="3394373" y="168831"/>
                </a:cubicBezTo>
                <a:lnTo>
                  <a:pt x="3394553" y="181402"/>
                </a:lnTo>
                <a:lnTo>
                  <a:pt x="3397293" y="185192"/>
                </a:lnTo>
                <a:lnTo>
                  <a:pt x="3395923" y="192756"/>
                </a:lnTo>
                <a:cubicBezTo>
                  <a:pt x="3396018" y="193497"/>
                  <a:pt x="3396112" y="194237"/>
                  <a:pt x="3396207" y="194978"/>
                </a:cubicBezTo>
                <a:cubicBezTo>
                  <a:pt x="3396531" y="199154"/>
                  <a:pt x="3396856" y="203330"/>
                  <a:pt x="3397180" y="207506"/>
                </a:cubicBezTo>
                <a:cubicBezTo>
                  <a:pt x="3382438" y="200939"/>
                  <a:pt x="3394549" y="241317"/>
                  <a:pt x="3383191" y="229051"/>
                </a:cubicBezTo>
                <a:cubicBezTo>
                  <a:pt x="3382519" y="234401"/>
                  <a:pt x="3381383" y="237332"/>
                  <a:pt x="3380194" y="239137"/>
                </a:cubicBezTo>
                <a:lnTo>
                  <a:pt x="3349267" y="310262"/>
                </a:lnTo>
                <a:lnTo>
                  <a:pt x="3344455" y="381704"/>
                </a:lnTo>
                <a:cubicBezTo>
                  <a:pt x="3343420" y="464598"/>
                  <a:pt x="3338482" y="511985"/>
                  <a:pt x="3327551" y="571873"/>
                </a:cubicBezTo>
                <a:cubicBezTo>
                  <a:pt x="3316620" y="631761"/>
                  <a:pt x="3309762" y="702429"/>
                  <a:pt x="3278869" y="741030"/>
                </a:cubicBezTo>
                <a:lnTo>
                  <a:pt x="3239259" y="957888"/>
                </a:lnTo>
                <a:cubicBezTo>
                  <a:pt x="3267597" y="1021376"/>
                  <a:pt x="3235647" y="1004478"/>
                  <a:pt x="3243890" y="1047869"/>
                </a:cubicBezTo>
                <a:cubicBezTo>
                  <a:pt x="3245988" y="1077107"/>
                  <a:pt x="3228006" y="1101189"/>
                  <a:pt x="3221700" y="1118244"/>
                </a:cubicBezTo>
                <a:cubicBezTo>
                  <a:pt x="3220198" y="1120922"/>
                  <a:pt x="3213346" y="1188569"/>
                  <a:pt x="3211078" y="1190394"/>
                </a:cubicBezTo>
                <a:cubicBezTo>
                  <a:pt x="3204899" y="1218939"/>
                  <a:pt x="3210276" y="1253036"/>
                  <a:pt x="3199704" y="1304585"/>
                </a:cubicBezTo>
                <a:cubicBezTo>
                  <a:pt x="3199438" y="1346246"/>
                  <a:pt x="3168623" y="1413431"/>
                  <a:pt x="3167741" y="1449444"/>
                </a:cubicBezTo>
                <a:cubicBezTo>
                  <a:pt x="3180911" y="1471132"/>
                  <a:pt x="3193362" y="1499173"/>
                  <a:pt x="3194410" y="1520667"/>
                </a:cubicBezTo>
                <a:cubicBezTo>
                  <a:pt x="3181228" y="1513763"/>
                  <a:pt x="3199978" y="1547097"/>
                  <a:pt x="3184473" y="1547038"/>
                </a:cubicBezTo>
                <a:cubicBezTo>
                  <a:pt x="3185153" y="1550949"/>
                  <a:pt x="3186303" y="1554741"/>
                  <a:pt x="3187573" y="1558550"/>
                </a:cubicBezTo>
                <a:lnTo>
                  <a:pt x="3188231" y="1560544"/>
                </a:lnTo>
                <a:lnTo>
                  <a:pt x="3188195" y="1568317"/>
                </a:lnTo>
                <a:lnTo>
                  <a:pt x="3191518" y="1570772"/>
                </a:lnTo>
                <a:lnTo>
                  <a:pt x="3193853" y="1582659"/>
                </a:lnTo>
                <a:cubicBezTo>
                  <a:pt x="3194213" y="1587070"/>
                  <a:pt x="3193997" y="1591769"/>
                  <a:pt x="3192857" y="1596890"/>
                </a:cubicBezTo>
                <a:cubicBezTo>
                  <a:pt x="3185716" y="1609144"/>
                  <a:pt x="3191593" y="1629575"/>
                  <a:pt x="3189686" y="1647479"/>
                </a:cubicBezTo>
                <a:lnTo>
                  <a:pt x="3187125" y="1655568"/>
                </a:lnTo>
                <a:cubicBezTo>
                  <a:pt x="3187259" y="1659315"/>
                  <a:pt x="3192418" y="1733399"/>
                  <a:pt x="3192552" y="1737146"/>
                </a:cubicBezTo>
                <a:cubicBezTo>
                  <a:pt x="3236684" y="1834597"/>
                  <a:pt x="3210475" y="1851660"/>
                  <a:pt x="3219437" y="1908917"/>
                </a:cubicBezTo>
                <a:lnTo>
                  <a:pt x="3220572" y="1915235"/>
                </a:lnTo>
                <a:cubicBezTo>
                  <a:pt x="3225642" y="1919319"/>
                  <a:pt x="3228448" y="1945519"/>
                  <a:pt x="3226946" y="1954447"/>
                </a:cubicBezTo>
                <a:cubicBezTo>
                  <a:pt x="3219553" y="1979351"/>
                  <a:pt x="3239504" y="2001442"/>
                  <a:pt x="3234148" y="2021397"/>
                </a:cubicBezTo>
                <a:cubicBezTo>
                  <a:pt x="3234224" y="2026740"/>
                  <a:pt x="3235084" y="2031233"/>
                  <a:pt x="3236424" y="2035173"/>
                </a:cubicBezTo>
                <a:lnTo>
                  <a:pt x="3241339" y="2045116"/>
                </a:lnTo>
                <a:lnTo>
                  <a:pt x="3233470" y="2098623"/>
                </a:lnTo>
                <a:cubicBezTo>
                  <a:pt x="3230495" y="2129687"/>
                  <a:pt x="3232618" y="2188321"/>
                  <a:pt x="3230016" y="2240964"/>
                </a:cubicBezTo>
                <a:cubicBezTo>
                  <a:pt x="3226602" y="2283982"/>
                  <a:pt x="3232644" y="2342030"/>
                  <a:pt x="3237809" y="2379644"/>
                </a:cubicBezTo>
                <a:cubicBezTo>
                  <a:pt x="3244462" y="2409884"/>
                  <a:pt x="3221747" y="2435219"/>
                  <a:pt x="3237054" y="2459103"/>
                </a:cubicBezTo>
                <a:cubicBezTo>
                  <a:pt x="3245536" y="2488997"/>
                  <a:pt x="3251426" y="2510390"/>
                  <a:pt x="3255285" y="2538679"/>
                </a:cubicBezTo>
                <a:cubicBezTo>
                  <a:pt x="3258296" y="2574322"/>
                  <a:pt x="3245460" y="2589819"/>
                  <a:pt x="3245073" y="2622720"/>
                </a:cubicBezTo>
                <a:lnTo>
                  <a:pt x="3252960" y="2736087"/>
                </a:lnTo>
                <a:cubicBezTo>
                  <a:pt x="3245577" y="2772183"/>
                  <a:pt x="3230063" y="2856752"/>
                  <a:pt x="3218681" y="2902964"/>
                </a:cubicBezTo>
                <a:cubicBezTo>
                  <a:pt x="3212624" y="2927969"/>
                  <a:pt x="3209733" y="2973979"/>
                  <a:pt x="3203641" y="3008786"/>
                </a:cubicBezTo>
                <a:cubicBezTo>
                  <a:pt x="3197547" y="3043595"/>
                  <a:pt x="3186644" y="3093251"/>
                  <a:pt x="3182123" y="3111815"/>
                </a:cubicBezTo>
                <a:lnTo>
                  <a:pt x="3176517" y="3120169"/>
                </a:lnTo>
                <a:lnTo>
                  <a:pt x="3177035" y="3121646"/>
                </a:lnTo>
                <a:cubicBezTo>
                  <a:pt x="3177423" y="3127588"/>
                  <a:pt x="3176129" y="3130763"/>
                  <a:pt x="3174093" y="3132705"/>
                </a:cubicBezTo>
                <a:lnTo>
                  <a:pt x="3171045" y="3134220"/>
                </a:lnTo>
                <a:lnTo>
                  <a:pt x="3168274" y="3141524"/>
                </a:lnTo>
                <a:lnTo>
                  <a:pt x="3160781" y="3155149"/>
                </a:lnTo>
                <a:cubicBezTo>
                  <a:pt x="3160949" y="3156237"/>
                  <a:pt x="3161116" y="3157326"/>
                  <a:pt x="3161284" y="3158414"/>
                </a:cubicBezTo>
                <a:lnTo>
                  <a:pt x="3152950" y="3180080"/>
                </a:lnTo>
                <a:lnTo>
                  <a:pt x="3153739" y="3180719"/>
                </a:lnTo>
                <a:cubicBezTo>
                  <a:pt x="3155321" y="3182647"/>
                  <a:pt x="3156128" y="3184999"/>
                  <a:pt x="3155342" y="3188313"/>
                </a:cubicBezTo>
                <a:cubicBezTo>
                  <a:pt x="3169797" y="3188216"/>
                  <a:pt x="3159934" y="3192271"/>
                  <a:pt x="3156340" y="3202049"/>
                </a:cubicBezTo>
                <a:cubicBezTo>
                  <a:pt x="3177988" y="3204083"/>
                  <a:pt x="3159779" y="3228842"/>
                  <a:pt x="3169832" y="3237938"/>
                </a:cubicBezTo>
                <a:cubicBezTo>
                  <a:pt x="3166705" y="3245075"/>
                  <a:pt x="3163793" y="3252659"/>
                  <a:pt x="3161244" y="3260564"/>
                </a:cubicBezTo>
                <a:lnTo>
                  <a:pt x="3160005" y="3265314"/>
                </a:lnTo>
                <a:cubicBezTo>
                  <a:pt x="3160063" y="3265371"/>
                  <a:pt x="3160124" y="3265428"/>
                  <a:pt x="3160184" y="3265486"/>
                </a:cubicBezTo>
                <a:cubicBezTo>
                  <a:pt x="3160345" y="3266694"/>
                  <a:pt x="3160101" y="3268319"/>
                  <a:pt x="3159279" y="3270659"/>
                </a:cubicBezTo>
                <a:lnTo>
                  <a:pt x="3157747" y="3273971"/>
                </a:lnTo>
                <a:lnTo>
                  <a:pt x="3155343" y="3283185"/>
                </a:lnTo>
                <a:cubicBezTo>
                  <a:pt x="3155517" y="3284422"/>
                  <a:pt x="3155689" y="3285657"/>
                  <a:pt x="3155860" y="3286893"/>
                </a:cubicBezTo>
                <a:lnTo>
                  <a:pt x="3158001" y="3289146"/>
                </a:lnTo>
                <a:lnTo>
                  <a:pt x="3157508" y="3289877"/>
                </a:lnTo>
                <a:cubicBezTo>
                  <a:pt x="3151604" y="3294411"/>
                  <a:pt x="3144966" y="3293561"/>
                  <a:pt x="3159853" y="3309833"/>
                </a:cubicBezTo>
                <a:cubicBezTo>
                  <a:pt x="3149181" y="3321561"/>
                  <a:pt x="3158789" y="3329345"/>
                  <a:pt x="3157392" y="3351579"/>
                </a:cubicBezTo>
                <a:cubicBezTo>
                  <a:pt x="3148710" y="3357083"/>
                  <a:pt x="3149361" y="3365079"/>
                  <a:pt x="3152871" y="3374240"/>
                </a:cubicBezTo>
                <a:cubicBezTo>
                  <a:pt x="3148885" y="3383513"/>
                  <a:pt x="3145239" y="3392740"/>
                  <a:pt x="3142119" y="3402557"/>
                </a:cubicBezTo>
                <a:lnTo>
                  <a:pt x="3138061" y="3419585"/>
                </a:lnTo>
                <a:lnTo>
                  <a:pt x="3139796" y="3424940"/>
                </a:lnTo>
                <a:cubicBezTo>
                  <a:pt x="3142520" y="3434326"/>
                  <a:pt x="3143300" y="3443700"/>
                  <a:pt x="3137669" y="3463264"/>
                </a:cubicBezTo>
                <a:cubicBezTo>
                  <a:pt x="3147380" y="3480689"/>
                  <a:pt x="3167781" y="3490510"/>
                  <a:pt x="3168140" y="3518969"/>
                </a:cubicBezTo>
                <a:cubicBezTo>
                  <a:pt x="3159473" y="3545761"/>
                  <a:pt x="3191152" y="3574399"/>
                  <a:pt x="3179206" y="3607864"/>
                </a:cubicBezTo>
                <a:cubicBezTo>
                  <a:pt x="3176757" y="3619813"/>
                  <a:pt x="3181069" y="3654600"/>
                  <a:pt x="3189125" y="3659839"/>
                </a:cubicBezTo>
                <a:cubicBezTo>
                  <a:pt x="3191518" y="3666815"/>
                  <a:pt x="3189857" y="3675779"/>
                  <a:pt x="3198077" y="3677681"/>
                </a:cubicBezTo>
                <a:cubicBezTo>
                  <a:pt x="3208136" y="3681475"/>
                  <a:pt x="3196345" y="3709561"/>
                  <a:pt x="3207094" y="3703876"/>
                </a:cubicBezTo>
                <a:cubicBezTo>
                  <a:pt x="3199084" y="3723751"/>
                  <a:pt x="3220453" y="3734396"/>
                  <a:pt x="3227016" y="3748633"/>
                </a:cubicBezTo>
                <a:cubicBezTo>
                  <a:pt x="3218663" y="3764666"/>
                  <a:pt x="3240667" y="3778725"/>
                  <a:pt x="3246806" y="3811324"/>
                </a:cubicBezTo>
                <a:cubicBezTo>
                  <a:pt x="3237058" y="3829063"/>
                  <a:pt x="3251097" y="3833247"/>
                  <a:pt x="3239091" y="3865102"/>
                </a:cubicBezTo>
                <a:cubicBezTo>
                  <a:pt x="3240755" y="3865725"/>
                  <a:pt x="3242340" y="3866659"/>
                  <a:pt x="3243800" y="3867874"/>
                </a:cubicBezTo>
                <a:cubicBezTo>
                  <a:pt x="3252276" y="3874935"/>
                  <a:pt x="3254724" y="3889782"/>
                  <a:pt x="3249268" y="3901031"/>
                </a:cubicBezTo>
                <a:cubicBezTo>
                  <a:pt x="3234180" y="3950514"/>
                  <a:pt x="3270886" y="3938724"/>
                  <a:pt x="3271850" y="3976535"/>
                </a:cubicBezTo>
                <a:cubicBezTo>
                  <a:pt x="3275333" y="4018513"/>
                  <a:pt x="3265836" y="4033210"/>
                  <a:pt x="3253128" y="4091308"/>
                </a:cubicBezTo>
                <a:cubicBezTo>
                  <a:pt x="3262530" y="4093945"/>
                  <a:pt x="3263925" y="4100312"/>
                  <a:pt x="3261491" y="4112665"/>
                </a:cubicBezTo>
                <a:cubicBezTo>
                  <a:pt x="3263824" y="4132845"/>
                  <a:pt x="3285122" y="4124005"/>
                  <a:pt x="3275235" y="4148543"/>
                </a:cubicBezTo>
                <a:cubicBezTo>
                  <a:pt x="3282222" y="4163609"/>
                  <a:pt x="3300717" y="4191930"/>
                  <a:pt x="3303406" y="4203059"/>
                </a:cubicBezTo>
                <a:cubicBezTo>
                  <a:pt x="3307769" y="4216879"/>
                  <a:pt x="3289765" y="4198911"/>
                  <a:pt x="3291377" y="4215304"/>
                </a:cubicBezTo>
                <a:cubicBezTo>
                  <a:pt x="3295421" y="4234470"/>
                  <a:pt x="3290844" y="4240556"/>
                  <a:pt x="3303627" y="4247412"/>
                </a:cubicBezTo>
                <a:cubicBezTo>
                  <a:pt x="3300302" y="4270043"/>
                  <a:pt x="3313094" y="4269840"/>
                  <a:pt x="3323715" y="4295574"/>
                </a:cubicBezTo>
                <a:cubicBezTo>
                  <a:pt x="3318854" y="4309546"/>
                  <a:pt x="3323708" y="4317748"/>
                  <a:pt x="3331757" y="4324626"/>
                </a:cubicBezTo>
                <a:cubicBezTo>
                  <a:pt x="3334500" y="4352298"/>
                  <a:pt x="3348521" y="4373553"/>
                  <a:pt x="3357571" y="4402594"/>
                </a:cubicBezTo>
                <a:cubicBezTo>
                  <a:pt x="3395421" y="4440113"/>
                  <a:pt x="3406716" y="4492429"/>
                  <a:pt x="3416883" y="4511276"/>
                </a:cubicBezTo>
                <a:lnTo>
                  <a:pt x="3418568" y="4515669"/>
                </a:lnTo>
                <a:cubicBezTo>
                  <a:pt x="3418685" y="4519956"/>
                  <a:pt x="3418801" y="4524244"/>
                  <a:pt x="3418918" y="4528531"/>
                </a:cubicBezTo>
                <a:cubicBezTo>
                  <a:pt x="3418727" y="4530191"/>
                  <a:pt x="3418537" y="4531850"/>
                  <a:pt x="3418346" y="4533510"/>
                </a:cubicBezTo>
                <a:cubicBezTo>
                  <a:pt x="3418215" y="4536889"/>
                  <a:pt x="3418462" y="4539065"/>
                  <a:pt x="3419005" y="4540494"/>
                </a:cubicBezTo>
                <a:lnTo>
                  <a:pt x="3424268" y="4595886"/>
                </a:lnTo>
                <a:cubicBezTo>
                  <a:pt x="3429156" y="4624362"/>
                  <a:pt x="3443934" y="4682306"/>
                  <a:pt x="3448330" y="4711348"/>
                </a:cubicBezTo>
                <a:lnTo>
                  <a:pt x="3445621" y="4714874"/>
                </a:lnTo>
                <a:cubicBezTo>
                  <a:pt x="3444103" y="4718397"/>
                  <a:pt x="3443735" y="4723077"/>
                  <a:pt x="3445980" y="4730345"/>
                </a:cubicBezTo>
                <a:lnTo>
                  <a:pt x="3446976" y="4731926"/>
                </a:lnTo>
                <a:lnTo>
                  <a:pt x="3443720" y="4745408"/>
                </a:lnTo>
                <a:cubicBezTo>
                  <a:pt x="3444756" y="4771155"/>
                  <a:pt x="3455466" y="4843107"/>
                  <a:pt x="3453194" y="4886406"/>
                </a:cubicBezTo>
                <a:cubicBezTo>
                  <a:pt x="3454856" y="4906631"/>
                  <a:pt x="3481235" y="5008239"/>
                  <a:pt x="3455210" y="5025296"/>
                </a:cubicBezTo>
                <a:cubicBezTo>
                  <a:pt x="3442202" y="5116320"/>
                  <a:pt x="3464654" y="5119078"/>
                  <a:pt x="3462841" y="5211091"/>
                </a:cubicBezTo>
                <a:cubicBezTo>
                  <a:pt x="3469390" y="5269669"/>
                  <a:pt x="3462794" y="5327391"/>
                  <a:pt x="3469385" y="5356669"/>
                </a:cubicBezTo>
                <a:cubicBezTo>
                  <a:pt x="3471479" y="5361935"/>
                  <a:pt x="3474277" y="5366825"/>
                  <a:pt x="3477268" y="5371683"/>
                </a:cubicBezTo>
                <a:lnTo>
                  <a:pt x="3478824" y="5374232"/>
                </a:lnTo>
                <a:lnTo>
                  <a:pt x="3486664" y="5427532"/>
                </a:lnTo>
                <a:lnTo>
                  <a:pt x="3499845" y="5523238"/>
                </a:lnTo>
                <a:cubicBezTo>
                  <a:pt x="3496480" y="5535759"/>
                  <a:pt x="3498126" y="5574631"/>
                  <a:pt x="3505782" y="5582050"/>
                </a:cubicBezTo>
                <a:cubicBezTo>
                  <a:pt x="3507640" y="5590169"/>
                  <a:pt x="3505294" y="5599602"/>
                  <a:pt x="3513368" y="5603412"/>
                </a:cubicBezTo>
                <a:cubicBezTo>
                  <a:pt x="3518549" y="5620896"/>
                  <a:pt x="3530454" y="5660930"/>
                  <a:pt x="3536869" y="5686953"/>
                </a:cubicBezTo>
                <a:cubicBezTo>
                  <a:pt x="3527290" y="5702684"/>
                  <a:pt x="3548216" y="5722678"/>
                  <a:pt x="3551859" y="5759548"/>
                </a:cubicBezTo>
                <a:cubicBezTo>
                  <a:pt x="3540751" y="5776843"/>
                  <a:pt x="3554471" y="5784377"/>
                  <a:pt x="3540024" y="5816599"/>
                </a:cubicBezTo>
                <a:cubicBezTo>
                  <a:pt x="3541640" y="5817630"/>
                  <a:pt x="3543154" y="5818984"/>
                  <a:pt x="3544521" y="5820619"/>
                </a:cubicBezTo>
                <a:cubicBezTo>
                  <a:pt x="3552455" y="5830118"/>
                  <a:pt x="3553767" y="5846834"/>
                  <a:pt x="3547449" y="5857956"/>
                </a:cubicBezTo>
                <a:cubicBezTo>
                  <a:pt x="3528571" y="5908761"/>
                  <a:pt x="3532186" y="5952107"/>
                  <a:pt x="3530253" y="5993572"/>
                </a:cubicBezTo>
                <a:cubicBezTo>
                  <a:pt x="3530522" y="6040113"/>
                  <a:pt x="3553891" y="6005695"/>
                  <a:pt x="3536734" y="6066404"/>
                </a:cubicBezTo>
                <a:cubicBezTo>
                  <a:pt x="3545935" y="6071268"/>
                  <a:pt x="3546842" y="6078512"/>
                  <a:pt x="3543461" y="6091477"/>
                </a:cubicBezTo>
                <a:cubicBezTo>
                  <a:pt x="3549602" y="6107585"/>
                  <a:pt x="3568275" y="6137061"/>
                  <a:pt x="3573577" y="6163051"/>
                </a:cubicBezTo>
                <a:cubicBezTo>
                  <a:pt x="3577046" y="6182032"/>
                  <a:pt x="3572259" y="6223892"/>
                  <a:pt x="3575275" y="6247420"/>
                </a:cubicBezTo>
                <a:cubicBezTo>
                  <a:pt x="3570217" y="6271412"/>
                  <a:pt x="3583023" y="6273898"/>
                  <a:pt x="3591673" y="6304222"/>
                </a:cubicBezTo>
                <a:cubicBezTo>
                  <a:pt x="3585743" y="6318440"/>
                  <a:pt x="3589967" y="6328418"/>
                  <a:pt x="3597489" y="6337624"/>
                </a:cubicBezTo>
                <a:cubicBezTo>
                  <a:pt x="3598113" y="6368401"/>
                  <a:pt x="3610504" y="6394558"/>
                  <a:pt x="3617330" y="6428161"/>
                </a:cubicBezTo>
                <a:cubicBezTo>
                  <a:pt x="3612404" y="6466489"/>
                  <a:pt x="3633001" y="6482393"/>
                  <a:pt x="3640218" y="6518318"/>
                </a:cubicBezTo>
                <a:cubicBezTo>
                  <a:pt x="3625420" y="6557419"/>
                  <a:pt x="3668862" y="6537820"/>
                  <a:pt x="3670788" y="6568733"/>
                </a:cubicBezTo>
                <a:cubicBezTo>
                  <a:pt x="3659124" y="6621466"/>
                  <a:pt x="3685482" y="6565072"/>
                  <a:pt x="3687763" y="6643164"/>
                </a:cubicBezTo>
                <a:cubicBezTo>
                  <a:pt x="3685396" y="6647995"/>
                  <a:pt x="3689317" y="6656838"/>
                  <a:pt x="3693097" y="6655183"/>
                </a:cubicBezTo>
                <a:cubicBezTo>
                  <a:pt x="3693444" y="6672318"/>
                  <a:pt x="3690193" y="6715787"/>
                  <a:pt x="3689847" y="6745974"/>
                </a:cubicBezTo>
                <a:cubicBezTo>
                  <a:pt x="3689583" y="6773144"/>
                  <a:pt x="3690048" y="6817635"/>
                  <a:pt x="3691023" y="6836306"/>
                </a:cubicBezTo>
                <a:lnTo>
                  <a:pt x="3695699" y="6858001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4" name="Imagen 3" descr="faro monumental la serena - Chile es TUYO">
            <a:extLst>
              <a:ext uri="{FF2B5EF4-FFF2-40B4-BE49-F238E27FC236}">
                <a16:creationId xmlns:a16="http://schemas.microsoft.com/office/drawing/2014/main" id="{57EA9E58-6C84-A1AD-369B-3747FFB4A6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79" r="19559"/>
          <a:stretch>
            <a:fillRect/>
          </a:stretch>
        </p:blipFill>
        <p:spPr>
          <a:xfrm>
            <a:off x="8580467" y="10"/>
            <a:ext cx="3611533" cy="685799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95627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3132" y="6858000"/>
                </a:lnTo>
                <a:cubicBezTo>
                  <a:pt x="13183" y="6857363"/>
                  <a:pt x="13234" y="6856727"/>
                  <a:pt x="13284" y="6856090"/>
                </a:cubicBezTo>
                <a:lnTo>
                  <a:pt x="31566" y="6805847"/>
                </a:lnTo>
                <a:lnTo>
                  <a:pt x="30463" y="6715381"/>
                </a:lnTo>
                <a:cubicBezTo>
                  <a:pt x="29585" y="6714082"/>
                  <a:pt x="28597" y="6713038"/>
                  <a:pt x="27533" y="6712286"/>
                </a:cubicBezTo>
                <a:lnTo>
                  <a:pt x="31288" y="6698474"/>
                </a:lnTo>
                <a:lnTo>
                  <a:pt x="29901" y="6686264"/>
                </a:lnTo>
                <a:cubicBezTo>
                  <a:pt x="29591" y="6639749"/>
                  <a:pt x="29281" y="6593234"/>
                  <a:pt x="28971" y="6546719"/>
                </a:cubicBezTo>
                <a:cubicBezTo>
                  <a:pt x="23415" y="6502008"/>
                  <a:pt x="3087" y="6462057"/>
                  <a:pt x="310" y="6408337"/>
                </a:cubicBezTo>
                <a:cubicBezTo>
                  <a:pt x="-2468" y="6354617"/>
                  <a:pt x="14431" y="6312397"/>
                  <a:pt x="12307" y="6224401"/>
                </a:cubicBezTo>
                <a:lnTo>
                  <a:pt x="27152" y="6147415"/>
                </a:lnTo>
                <a:lnTo>
                  <a:pt x="39044" y="6093837"/>
                </a:lnTo>
                <a:cubicBezTo>
                  <a:pt x="47718" y="6039281"/>
                  <a:pt x="47985" y="5964495"/>
                  <a:pt x="46816" y="5915901"/>
                </a:cubicBezTo>
                <a:cubicBezTo>
                  <a:pt x="43189" y="5876557"/>
                  <a:pt x="47196" y="5863739"/>
                  <a:pt x="33533" y="5831562"/>
                </a:cubicBezTo>
                <a:cubicBezTo>
                  <a:pt x="27901" y="5792459"/>
                  <a:pt x="47408" y="5747455"/>
                  <a:pt x="46555" y="5710909"/>
                </a:cubicBezTo>
                <a:cubicBezTo>
                  <a:pt x="53188" y="5686865"/>
                  <a:pt x="49116" y="5615845"/>
                  <a:pt x="62461" y="5602222"/>
                </a:cubicBezTo>
                <a:cubicBezTo>
                  <a:pt x="64066" y="5572067"/>
                  <a:pt x="49594" y="5555548"/>
                  <a:pt x="56185" y="5529979"/>
                </a:cubicBezTo>
                <a:lnTo>
                  <a:pt x="67961" y="5458854"/>
                </a:lnTo>
                <a:lnTo>
                  <a:pt x="110939" y="5353584"/>
                </a:lnTo>
                <a:cubicBezTo>
                  <a:pt x="123070" y="5308303"/>
                  <a:pt x="110671" y="5307524"/>
                  <a:pt x="128276" y="5249764"/>
                </a:cubicBezTo>
                <a:cubicBezTo>
                  <a:pt x="137692" y="5218499"/>
                  <a:pt x="146153" y="5160067"/>
                  <a:pt x="156749" y="5116288"/>
                </a:cubicBezTo>
                <a:cubicBezTo>
                  <a:pt x="167347" y="5072508"/>
                  <a:pt x="184838" y="5010298"/>
                  <a:pt x="191855" y="4987089"/>
                </a:cubicBezTo>
                <a:lnTo>
                  <a:pt x="219824" y="4934095"/>
                </a:lnTo>
                <a:cubicBezTo>
                  <a:pt x="223315" y="4926170"/>
                  <a:pt x="231151" y="4920904"/>
                  <a:pt x="231137" y="4903120"/>
                </a:cubicBezTo>
                <a:lnTo>
                  <a:pt x="219738" y="4827391"/>
                </a:lnTo>
                <a:cubicBezTo>
                  <a:pt x="223928" y="4818620"/>
                  <a:pt x="227939" y="4809255"/>
                  <a:pt x="231597" y="4799440"/>
                </a:cubicBezTo>
                <a:lnTo>
                  <a:pt x="233480" y="4793512"/>
                </a:lnTo>
                <a:cubicBezTo>
                  <a:pt x="233423" y="4793432"/>
                  <a:pt x="233367" y="4793351"/>
                  <a:pt x="233310" y="4793271"/>
                </a:cubicBezTo>
                <a:cubicBezTo>
                  <a:pt x="233275" y="4791711"/>
                  <a:pt x="233728" y="4789662"/>
                  <a:pt x="234882" y="4786765"/>
                </a:cubicBezTo>
                <a:lnTo>
                  <a:pt x="236914" y="4782703"/>
                </a:lnTo>
                <a:lnTo>
                  <a:pt x="246329" y="4683644"/>
                </a:lnTo>
                <a:cubicBezTo>
                  <a:pt x="256294" y="4677568"/>
                  <a:pt x="256527" y="4667288"/>
                  <a:pt x="253823" y="4655204"/>
                </a:cubicBezTo>
                <a:cubicBezTo>
                  <a:pt x="259521" y="4631796"/>
                  <a:pt x="280440" y="4574275"/>
                  <a:pt x="280514" y="4543195"/>
                </a:cubicBezTo>
                <a:cubicBezTo>
                  <a:pt x="272112" y="4519880"/>
                  <a:pt x="251340" y="4505102"/>
                  <a:pt x="254268" y="4468722"/>
                </a:cubicBezTo>
                <a:cubicBezTo>
                  <a:pt x="266696" y="4435462"/>
                  <a:pt x="236001" y="4395418"/>
                  <a:pt x="252728" y="4353998"/>
                </a:cubicBezTo>
                <a:cubicBezTo>
                  <a:pt x="256750" y="4339008"/>
                  <a:pt x="256168" y="4294115"/>
                  <a:pt x="248123" y="4286542"/>
                </a:cubicBezTo>
                <a:cubicBezTo>
                  <a:pt x="246365" y="4277371"/>
                  <a:pt x="249194" y="4266107"/>
                  <a:pt x="240584" y="4262777"/>
                </a:cubicBezTo>
                <a:cubicBezTo>
                  <a:pt x="230221" y="4256829"/>
                  <a:pt x="246153" y="4222259"/>
                  <a:pt x="233949" y="4228340"/>
                </a:cubicBezTo>
                <a:cubicBezTo>
                  <a:pt x="244865" y="4203839"/>
                  <a:pt x="223150" y="4187902"/>
                  <a:pt x="217758" y="4169004"/>
                </a:cubicBezTo>
                <a:cubicBezTo>
                  <a:pt x="228596" y="4149446"/>
                  <a:pt x="206597" y="4129080"/>
                  <a:pt x="203797" y="4086781"/>
                </a:cubicBezTo>
                <a:cubicBezTo>
                  <a:pt x="216334" y="4065199"/>
                  <a:pt x="201740" y="4058317"/>
                  <a:pt x="218344" y="4018957"/>
                </a:cubicBezTo>
                <a:cubicBezTo>
                  <a:pt x="216630" y="4017979"/>
                  <a:pt x="215034" y="4016614"/>
                  <a:pt x="213609" y="4014902"/>
                </a:cubicBezTo>
                <a:cubicBezTo>
                  <a:pt x="205325" y="4004955"/>
                  <a:pt x="204424" y="3985729"/>
                  <a:pt x="211594" y="3971964"/>
                </a:cubicBezTo>
                <a:cubicBezTo>
                  <a:pt x="233561" y="3910433"/>
                  <a:pt x="230991" y="3860613"/>
                  <a:pt x="234357" y="3812226"/>
                </a:cubicBezTo>
                <a:cubicBezTo>
                  <a:pt x="235501" y="3758242"/>
                  <a:pt x="209185" y="3801364"/>
                  <a:pt x="229596" y="3728573"/>
                </a:cubicBezTo>
                <a:cubicBezTo>
                  <a:pt x="219804" y="3724174"/>
                  <a:pt x="219047" y="3715890"/>
                  <a:pt x="223099" y="3700384"/>
                </a:cubicBezTo>
                <a:cubicBezTo>
                  <a:pt x="222942" y="3674360"/>
                  <a:pt x="199034" y="3683312"/>
                  <a:pt x="212511" y="3653063"/>
                </a:cubicBezTo>
                <a:cubicBezTo>
                  <a:pt x="207582" y="3623616"/>
                  <a:pt x="199349" y="3555881"/>
                  <a:pt x="193522" y="3523704"/>
                </a:cubicBezTo>
                <a:cubicBezTo>
                  <a:pt x="199728" y="3495169"/>
                  <a:pt x="185963" y="3494025"/>
                  <a:pt x="177551" y="3460001"/>
                </a:cubicBezTo>
                <a:cubicBezTo>
                  <a:pt x="184399" y="3442692"/>
                  <a:pt x="180138" y="3431687"/>
                  <a:pt x="172293" y="3422022"/>
                </a:cubicBezTo>
                <a:cubicBezTo>
                  <a:pt x="172567" y="3386386"/>
                  <a:pt x="159982" y="3357707"/>
                  <a:pt x="153640" y="3319632"/>
                </a:cubicBezTo>
                <a:cubicBezTo>
                  <a:pt x="117352" y="3267571"/>
                  <a:pt x="111308" y="3199530"/>
                  <a:pt x="102580" y="3174350"/>
                </a:cubicBezTo>
                <a:lnTo>
                  <a:pt x="101281" y="3168555"/>
                </a:lnTo>
                <a:cubicBezTo>
                  <a:pt x="101655" y="3163067"/>
                  <a:pt x="102030" y="3157580"/>
                  <a:pt x="102403" y="3152092"/>
                </a:cubicBezTo>
                <a:lnTo>
                  <a:pt x="103597" y="3145797"/>
                </a:lnTo>
                <a:cubicBezTo>
                  <a:pt x="104132" y="3141497"/>
                  <a:pt x="104119" y="3138691"/>
                  <a:pt x="103701" y="3136806"/>
                </a:cubicBezTo>
                <a:lnTo>
                  <a:pt x="108221" y="3088993"/>
                </a:lnTo>
                <a:cubicBezTo>
                  <a:pt x="109464" y="3064872"/>
                  <a:pt x="113188" y="3030250"/>
                  <a:pt x="111158" y="2992081"/>
                </a:cubicBezTo>
                <a:cubicBezTo>
                  <a:pt x="109031" y="2944441"/>
                  <a:pt x="104226" y="2942439"/>
                  <a:pt x="105565" y="2902844"/>
                </a:cubicBezTo>
                <a:cubicBezTo>
                  <a:pt x="107874" y="2897323"/>
                  <a:pt x="101362" y="2801618"/>
                  <a:pt x="105102" y="2797375"/>
                </a:cubicBezTo>
                <a:cubicBezTo>
                  <a:pt x="86174" y="2744941"/>
                  <a:pt x="109804" y="2750735"/>
                  <a:pt x="107241" y="2691357"/>
                </a:cubicBezTo>
                <a:cubicBezTo>
                  <a:pt x="107811" y="2665349"/>
                  <a:pt x="115946" y="2561129"/>
                  <a:pt x="145888" y="2542201"/>
                </a:cubicBezTo>
                <a:cubicBezTo>
                  <a:pt x="170455" y="2427400"/>
                  <a:pt x="123634" y="2367849"/>
                  <a:pt x="136292" y="2250554"/>
                </a:cubicBezTo>
                <a:cubicBezTo>
                  <a:pt x="110877" y="2215639"/>
                  <a:pt x="134601" y="2180816"/>
                  <a:pt x="130310" y="2141581"/>
                </a:cubicBezTo>
                <a:cubicBezTo>
                  <a:pt x="154051" y="2149219"/>
                  <a:pt x="117587" y="2094975"/>
                  <a:pt x="144587" y="2089095"/>
                </a:cubicBezTo>
                <a:cubicBezTo>
                  <a:pt x="142952" y="2082142"/>
                  <a:pt x="140513" y="2075590"/>
                  <a:pt x="137867" y="2069059"/>
                </a:cubicBezTo>
                <a:lnTo>
                  <a:pt x="136492" y="2065634"/>
                </a:lnTo>
                <a:cubicBezTo>
                  <a:pt x="136216" y="2060851"/>
                  <a:pt x="135939" y="2056067"/>
                  <a:pt x="135663" y="2051284"/>
                </a:cubicBezTo>
                <a:lnTo>
                  <a:pt x="124268" y="1960184"/>
                </a:lnTo>
                <a:cubicBezTo>
                  <a:pt x="138968" y="1926370"/>
                  <a:pt x="111716" y="1914873"/>
                  <a:pt x="131257" y="1873060"/>
                </a:cubicBezTo>
                <a:cubicBezTo>
                  <a:pt x="136329" y="1857442"/>
                  <a:pt x="139083" y="1807624"/>
                  <a:pt x="131724" y="1797311"/>
                </a:cubicBezTo>
                <a:cubicBezTo>
                  <a:pt x="130673" y="1786740"/>
                  <a:pt x="134293" y="1774954"/>
                  <a:pt x="126063" y="1769201"/>
                </a:cubicBezTo>
                <a:cubicBezTo>
                  <a:pt x="116300" y="1760126"/>
                  <a:pt x="134551" y="1725705"/>
                  <a:pt x="122085" y="1729500"/>
                </a:cubicBezTo>
                <a:cubicBezTo>
                  <a:pt x="134648" y="1705012"/>
                  <a:pt x="114449" y="1682158"/>
                  <a:pt x="110543" y="1659949"/>
                </a:cubicBezTo>
                <a:cubicBezTo>
                  <a:pt x="122664" y="1640913"/>
                  <a:pt x="102513" y="1613087"/>
                  <a:pt x="102892" y="1565607"/>
                </a:cubicBezTo>
                <a:cubicBezTo>
                  <a:pt x="116835" y="1544742"/>
                  <a:pt x="102976" y="1533616"/>
                  <a:pt x="122245" y="1494057"/>
                </a:cubicBezTo>
                <a:cubicBezTo>
                  <a:pt x="120629" y="1492563"/>
                  <a:pt x="119160" y="1490668"/>
                  <a:pt x="117883" y="1488429"/>
                </a:cubicBezTo>
                <a:cubicBezTo>
                  <a:pt x="110465" y="1475431"/>
                  <a:pt x="111002" y="1453942"/>
                  <a:pt x="119083" y="1440433"/>
                </a:cubicBezTo>
                <a:cubicBezTo>
                  <a:pt x="145274" y="1377630"/>
                  <a:pt x="146438" y="1321884"/>
                  <a:pt x="153340" y="1269148"/>
                </a:cubicBezTo>
                <a:cubicBezTo>
                  <a:pt x="158467" y="1209690"/>
                  <a:pt x="129360" y="1251077"/>
                  <a:pt x="154855" y="1175439"/>
                </a:cubicBezTo>
                <a:cubicBezTo>
                  <a:pt x="145538" y="1168218"/>
                  <a:pt x="145408" y="1158868"/>
                  <a:pt x="150548" y="1142685"/>
                </a:cubicBezTo>
                <a:cubicBezTo>
                  <a:pt x="152321" y="1113850"/>
                  <a:pt x="128121" y="1118007"/>
                  <a:pt x="143630" y="1087778"/>
                </a:cubicBezTo>
                <a:cubicBezTo>
                  <a:pt x="139451" y="1064261"/>
                  <a:pt x="125971" y="1018012"/>
                  <a:pt x="125476" y="1001580"/>
                </a:cubicBezTo>
                <a:cubicBezTo>
                  <a:pt x="123958" y="976962"/>
                  <a:pt x="134851" y="962709"/>
                  <a:pt x="134526" y="940069"/>
                </a:cubicBezTo>
                <a:cubicBezTo>
                  <a:pt x="142751" y="909988"/>
                  <a:pt x="129284" y="905409"/>
                  <a:pt x="123523" y="865739"/>
                </a:cubicBezTo>
                <a:cubicBezTo>
                  <a:pt x="131549" y="848234"/>
                  <a:pt x="128173" y="835030"/>
                  <a:pt x="121164" y="822450"/>
                </a:cubicBezTo>
                <a:cubicBezTo>
                  <a:pt x="124077" y="783082"/>
                  <a:pt x="113811" y="748321"/>
                  <a:pt x="110389" y="704665"/>
                </a:cubicBezTo>
                <a:cubicBezTo>
                  <a:pt x="120144" y="656264"/>
                  <a:pt x="99869" y="633697"/>
                  <a:pt x="96299" y="587032"/>
                </a:cubicBezTo>
                <a:cubicBezTo>
                  <a:pt x="87861" y="539988"/>
                  <a:pt x="66571" y="452493"/>
                  <a:pt x="59759" y="422399"/>
                </a:cubicBezTo>
                <a:cubicBezTo>
                  <a:pt x="62865" y="416491"/>
                  <a:pt x="59682" y="404768"/>
                  <a:pt x="55429" y="406467"/>
                </a:cubicBezTo>
                <a:cubicBezTo>
                  <a:pt x="56742" y="400038"/>
                  <a:pt x="64884" y="384166"/>
                  <a:pt x="58062" y="383409"/>
                </a:cubicBezTo>
                <a:cubicBezTo>
                  <a:pt x="57210" y="351894"/>
                  <a:pt x="61145" y="320031"/>
                  <a:pt x="69487" y="290892"/>
                </a:cubicBezTo>
                <a:cubicBezTo>
                  <a:pt x="57686" y="231306"/>
                  <a:pt x="89539" y="260845"/>
                  <a:pt x="86198" y="217175"/>
                </a:cubicBezTo>
                <a:cubicBezTo>
                  <a:pt x="72715" y="183379"/>
                  <a:pt x="83646" y="168958"/>
                  <a:pt x="74643" y="129155"/>
                </a:cubicBezTo>
                <a:cubicBezTo>
                  <a:pt x="96697" y="112411"/>
                  <a:pt x="72236" y="90977"/>
                  <a:pt x="78417" y="74202"/>
                </a:cubicBezTo>
                <a:cubicBezTo>
                  <a:pt x="59029" y="57686"/>
                  <a:pt x="81827" y="29115"/>
                  <a:pt x="94183" y="4683"/>
                </a:cubicBezTo>
                <a:close/>
              </a:path>
            </a:pathLst>
          </a:custGeom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46E9002-DFFC-242D-6A5D-8ADE354E79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9759215"/>
              </p:ext>
            </p:extLst>
          </p:nvPr>
        </p:nvGraphicFramePr>
        <p:xfrm>
          <a:off x="4198966" y="2147357"/>
          <a:ext cx="3810000" cy="4101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24859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A4E0B45D-FE5D-C993-3A52-C9260CF19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647" y="1850291"/>
            <a:ext cx="4730214" cy="315741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L" noProof="0" dirty="0"/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45320E90-7048-43C2-E351-C98A8BD510FC}"/>
              </a:ext>
            </a:extLst>
          </p:cNvPr>
          <p:cNvSpPr txBox="1"/>
          <p:nvPr/>
        </p:nvSpPr>
        <p:spPr>
          <a:xfrm>
            <a:off x="786383" y="3566810"/>
            <a:ext cx="5692953" cy="2651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tx2"/>
                </a:solidFill>
              </a:rPr>
              <a:t>SUSTENTABILIDAD Y MEDIO AMBIENTE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tx2"/>
                </a:solidFill>
              </a:rPr>
              <a:t>✅ Optimización del corte de tableros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tx2"/>
                </a:solidFill>
              </a:rPr>
              <a:t>✅ Reutilización de retazos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tx2"/>
                </a:solidFill>
              </a:rPr>
              <a:t>✅ Separación y valorización de residuos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tx2"/>
                </a:solidFill>
              </a:rPr>
              <a:t>✅ Control de polvo y material particulado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tx2"/>
                </a:solidFill>
              </a:rPr>
              <a:t>✅ Disposición adecuada de residuos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tx2"/>
                </a:solidFill>
              </a:rPr>
              <a:t>✅ Uso eficiente de energía y agua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noProof="0" dirty="0">
                <a:solidFill>
                  <a:schemeClr val="tx2"/>
                </a:solidFill>
              </a:rPr>
              <a:t>✅ Bajo impacto ambiental</a:t>
            </a:r>
          </a:p>
        </p:txBody>
      </p:sp>
    </p:spTree>
    <p:extLst>
      <p:ext uri="{BB962C8B-B14F-4D97-AF65-F5344CB8AC3E}">
        <p14:creationId xmlns:p14="http://schemas.microsoft.com/office/powerpoint/2010/main" val="729439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0E4C519-FBE9-4ABE-A8F9-C2CBE3269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Calculator, pen, compass, money and a paper with graphs printed on it">
            <a:extLst>
              <a:ext uri="{FF2B5EF4-FFF2-40B4-BE49-F238E27FC236}">
                <a16:creationId xmlns:a16="http://schemas.microsoft.com/office/drawing/2014/main" id="{D0E6FFA4-3ECD-C4AF-20B6-E11DABDA4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57" r="8844" b="-2"/>
          <a:stretch>
            <a:fillRect/>
          </a:stretch>
        </p:blipFill>
        <p:spPr>
          <a:xfrm>
            <a:off x="3245637" y="-1"/>
            <a:ext cx="8946363" cy="6858000"/>
          </a:xfrm>
          <a:custGeom>
            <a:avLst/>
            <a:gdLst/>
            <a:ahLst/>
            <a:cxnLst/>
            <a:rect l="l" t="t" r="r" b="b"/>
            <a:pathLst>
              <a:path w="8946363" h="6858000">
                <a:moveTo>
                  <a:pt x="0" y="0"/>
                </a:moveTo>
                <a:lnTo>
                  <a:pt x="8946363" y="0"/>
                </a:lnTo>
                <a:lnTo>
                  <a:pt x="8946363" y="6858000"/>
                </a:lnTo>
                <a:lnTo>
                  <a:pt x="1" y="6858000"/>
                </a:lnTo>
                <a:lnTo>
                  <a:pt x="60040" y="6788731"/>
                </a:lnTo>
                <a:cubicBezTo>
                  <a:pt x="770566" y="5928901"/>
                  <a:pt x="1210035" y="4741057"/>
                  <a:pt x="1210035" y="3429001"/>
                </a:cubicBezTo>
                <a:cubicBezTo>
                  <a:pt x="1210035" y="2116945"/>
                  <a:pt x="770566" y="929101"/>
                  <a:pt x="60040" y="69272"/>
                </a:cubicBezTo>
                <a:close/>
              </a:path>
            </a:pathLst>
          </a:custGeom>
        </p:spPr>
      </p:pic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80EC29FB-299E-49F3-8C7B-01199632A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4455672" cy="6858000"/>
          </a:xfrm>
          <a:custGeom>
            <a:avLst/>
            <a:gdLst>
              <a:gd name="connsiteX0" fmla="*/ 0 w 4455672"/>
              <a:gd name="connsiteY0" fmla="*/ 0 h 6858000"/>
              <a:gd name="connsiteX1" fmla="*/ 3245636 w 4455672"/>
              <a:gd name="connsiteY1" fmla="*/ 0 h 6858000"/>
              <a:gd name="connsiteX2" fmla="*/ 3305677 w 4455672"/>
              <a:gd name="connsiteY2" fmla="*/ 69272 h 6858000"/>
              <a:gd name="connsiteX3" fmla="*/ 4455672 w 4455672"/>
              <a:gd name="connsiteY3" fmla="*/ 3429001 h 6858000"/>
              <a:gd name="connsiteX4" fmla="*/ 3305677 w 4455672"/>
              <a:gd name="connsiteY4" fmla="*/ 6788731 h 6858000"/>
              <a:gd name="connsiteX5" fmla="*/ 3245638 w 4455672"/>
              <a:gd name="connsiteY5" fmla="*/ 6858000 h 6858000"/>
              <a:gd name="connsiteX6" fmla="*/ 0 w 445567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2" h="6858000">
                <a:moveTo>
                  <a:pt x="0" y="0"/>
                </a:moveTo>
                <a:lnTo>
                  <a:pt x="3245636" y="0"/>
                </a:lnTo>
                <a:lnTo>
                  <a:pt x="3305677" y="69272"/>
                </a:lnTo>
                <a:cubicBezTo>
                  <a:pt x="4016203" y="929101"/>
                  <a:pt x="4455672" y="2116945"/>
                  <a:pt x="4455672" y="3429001"/>
                </a:cubicBezTo>
                <a:cubicBezTo>
                  <a:pt x="4455672" y="4741057"/>
                  <a:pt x="4016203" y="5928901"/>
                  <a:pt x="3305677" y="6788731"/>
                </a:cubicBezTo>
                <a:lnTo>
                  <a:pt x="3245638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C29A2522-B27A-45C5-897B-79A1407D1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8" cy="6858000"/>
          </a:xfrm>
          <a:custGeom>
            <a:avLst/>
            <a:gdLst>
              <a:gd name="connsiteX0" fmla="*/ 0 w 4446528"/>
              <a:gd name="connsiteY0" fmla="*/ 0 h 6858000"/>
              <a:gd name="connsiteX1" fmla="*/ 3236492 w 4446528"/>
              <a:gd name="connsiteY1" fmla="*/ 0 h 6858000"/>
              <a:gd name="connsiteX2" fmla="*/ 3296533 w 4446528"/>
              <a:gd name="connsiteY2" fmla="*/ 69272 h 6858000"/>
              <a:gd name="connsiteX3" fmla="*/ 4446528 w 4446528"/>
              <a:gd name="connsiteY3" fmla="*/ 3429001 h 6858000"/>
              <a:gd name="connsiteX4" fmla="*/ 3296533 w 4446528"/>
              <a:gd name="connsiteY4" fmla="*/ 6788731 h 6858000"/>
              <a:gd name="connsiteX5" fmla="*/ 3236494 w 4446528"/>
              <a:gd name="connsiteY5" fmla="*/ 6858000 h 6858000"/>
              <a:gd name="connsiteX6" fmla="*/ 0 w 444652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8" h="6858000">
                <a:moveTo>
                  <a:pt x="0" y="0"/>
                </a:moveTo>
                <a:lnTo>
                  <a:pt x="3236492" y="0"/>
                </a:lnTo>
                <a:lnTo>
                  <a:pt x="3296533" y="69272"/>
                </a:lnTo>
                <a:cubicBezTo>
                  <a:pt x="4007059" y="929101"/>
                  <a:pt x="4446528" y="2116945"/>
                  <a:pt x="4446528" y="3429001"/>
                </a:cubicBezTo>
                <a:cubicBezTo>
                  <a:pt x="4446528" y="4741057"/>
                  <a:pt x="4007059" y="5928901"/>
                  <a:pt x="3296533" y="6788731"/>
                </a:cubicBezTo>
                <a:lnTo>
                  <a:pt x="323649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79EF92-5692-5E39-D33E-20FC91D8E35B}"/>
              </a:ext>
            </a:extLst>
          </p:cNvPr>
          <p:cNvSpPr txBox="1"/>
          <p:nvPr/>
        </p:nvSpPr>
        <p:spPr>
          <a:xfrm>
            <a:off x="371094" y="1161288"/>
            <a:ext cx="3438144" cy="1239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b="1" noProof="0">
                <a:latin typeface="+mj-lt"/>
                <a:ea typeface="+mj-ea"/>
                <a:cs typeface="+mj-cs"/>
              </a:rPr>
              <a:t>COMPROMISO DE INVERSIÓN Y CUMPLIMIENTO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0961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4181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A2EE2E9-2DB2-7FB7-A0C5-6C1A9B5FA744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  <a:scene3d>
            <a:camera prst="orthographicFront"/>
            <a:lightRig rig="harsh" dir="t">
              <a:rot lat="0" lon="0" rev="3000000"/>
            </a:lightRig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</a:rPr>
              <a:t>Implementación</a:t>
            </a:r>
            <a:br>
              <a:rPr lang="en-US" sz="900" b="1" noProof="0">
                <a:solidFill>
                  <a:schemeClr val="tx1"/>
                </a:solidFill>
              </a:rPr>
            </a:br>
            <a:r>
              <a:rPr lang="en-US" sz="900" b="1" noProof="0">
                <a:solidFill>
                  <a:schemeClr val="tx1"/>
                </a:solidFill>
              </a:rPr>
              <a:t>Me comprometo a ejecutar el proyecto de manera progresiva y planificada, conforme al cronograma presentado.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</a:rPr>
              <a:t>Cumplimiento</a:t>
            </a:r>
            <a:br>
              <a:rPr lang="en-US" sz="900" b="1" noProof="0">
                <a:solidFill>
                  <a:schemeClr val="tx1"/>
                </a:solidFill>
              </a:rPr>
            </a:br>
            <a:r>
              <a:rPr lang="en-US" sz="900" b="1" noProof="0">
                <a:solidFill>
                  <a:schemeClr val="tx1"/>
                </a:solidFill>
              </a:rPr>
              <a:t>Me comprometo a gestionar y obtener las autorizaciones y permisos correspondientes antes de ejecutar las obras y actividades que los requieran.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</a:rPr>
              <a:t>Uso del inmueble</a:t>
            </a:r>
            <a:br>
              <a:rPr lang="en-US" sz="900" b="1" noProof="0">
                <a:solidFill>
                  <a:schemeClr val="tx1"/>
                </a:solidFill>
              </a:rPr>
            </a:br>
            <a:r>
              <a:rPr lang="en-US" sz="900" b="1" noProof="0">
                <a:solidFill>
                  <a:schemeClr val="tx1"/>
                </a:solidFill>
              </a:rPr>
              <a:t>Me comprometo a destinar el inmueble al desarrollo de la actividad productiva descrita en este proyecto, respetando las condiciones que se establezcan.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</a:rPr>
              <a:t>Responsabilidad</a:t>
            </a:r>
            <a:br>
              <a:rPr lang="en-US" sz="900" b="1" noProof="0">
                <a:solidFill>
                  <a:schemeClr val="tx1"/>
                </a:solidFill>
              </a:rPr>
            </a:br>
            <a:r>
              <a:rPr lang="en-US" sz="900" b="1" noProof="0">
                <a:solidFill>
                  <a:schemeClr val="tx1"/>
                </a:solidFill>
              </a:rPr>
              <a:t>Asumiré las obligaciones administrativas, sanitarias, ambientales, laborales y de seguridad que correspondan.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</a:rPr>
              <a:t>Ejecución</a:t>
            </a:r>
            <a:br>
              <a:rPr lang="en-US" sz="900" b="1" noProof="0">
                <a:solidFill>
                  <a:schemeClr val="tx1"/>
                </a:solidFill>
              </a:rPr>
            </a:br>
            <a:r>
              <a:rPr lang="en-US" sz="900" b="1" noProof="0">
                <a:solidFill>
                  <a:schemeClr val="tx1"/>
                </a:solidFill>
              </a:rPr>
              <a:t>Daré cumplimiento a los plazos, obras y actividades comprometidas, conforme a la planificación presentada.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</a:rPr>
              <a:t>Proyección</a:t>
            </a:r>
            <a:br>
              <a:rPr lang="en-US" sz="900" b="1" noProof="0">
                <a:solidFill>
                  <a:schemeClr val="tx1"/>
                </a:solidFill>
              </a:rPr>
            </a:br>
            <a:r>
              <a:rPr lang="en-US" sz="900" b="1" noProof="0">
                <a:solidFill>
                  <a:schemeClr val="tx1"/>
                </a:solidFill>
              </a:rPr>
              <a:t>Mi objetivo es consolidar una actividad productiva permanente y sostenible, generando empleo local y contribuyendo al desarrollo </a:t>
            </a:r>
            <a:endParaRPr lang="en-US" sz="900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313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4C891B-62D0-4250-AEB7-0F42BAD78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7" name="Graphic 6" descr="Incorporación">
            <a:extLst>
              <a:ext uri="{FF2B5EF4-FFF2-40B4-BE49-F238E27FC236}">
                <a16:creationId xmlns:a16="http://schemas.microsoft.com/office/drawing/2014/main" id="{8881CA34-6ACB-1418-8F0E-87CFC831D3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8389" y="1122553"/>
            <a:ext cx="995221" cy="99522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DE51B6D-41C3-FD39-3A49-3B534EF902F8}"/>
              </a:ext>
            </a:extLst>
          </p:cNvPr>
          <p:cNvSpPr txBox="1"/>
          <p:nvPr/>
        </p:nvSpPr>
        <p:spPr>
          <a:xfrm>
            <a:off x="1195459" y="3532240"/>
            <a:ext cx="9804575" cy="25968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s-CL" sz="1100" b="1" noProof="0" dirty="0"/>
              <a:t>GRACIAS POR SU TIEMPO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s-CL" sz="1100" b="1" noProof="0" dirty="0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s-CL" sz="1100" b="1" noProof="0" dirty="0"/>
              <a:t>Mi compromiso es transformar esta oportunidad en un proyecto concreto, formal y sostenible, generando actividad económica y empleo local.</a:t>
            </a:r>
            <a:endParaRPr lang="es-CL" sz="1100" noProof="0" dirty="0"/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s-CL" sz="1100" noProof="0" dirty="0"/>
            </a:br>
            <a:endParaRPr lang="es-CL" sz="1100" noProof="0" dirty="0"/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100" b="1" noProof="0" dirty="0"/>
              <a:t>Luis Alfonso Urquieta Rojas</a:t>
            </a: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100" b="1" noProof="0" dirty="0"/>
              <a:t>Proponente del proyecto</a:t>
            </a:r>
            <a:endParaRPr lang="es-CL" sz="1100" noProof="0" dirty="0"/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100" noProof="0" dirty="0"/>
              <a:t>📞 +56 9 6423 4009</a:t>
            </a:r>
            <a:br>
              <a:rPr lang="es-CL" sz="1100" noProof="0" dirty="0"/>
            </a:br>
            <a:r>
              <a:rPr lang="es-CL" sz="1100" noProof="0" dirty="0"/>
              <a:t>✉️ </a:t>
            </a:r>
            <a:r>
              <a:rPr lang="es-CL" sz="1100" noProof="0" dirty="0">
                <a:hlinkClick r:id="rId3"/>
              </a:rPr>
              <a:t>luis.urquieta.rojas@gmail.com</a:t>
            </a:r>
            <a:endParaRPr lang="es-CL" sz="1100" noProof="0" dirty="0"/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100" b="1" noProof="0" dirty="0"/>
              <a:t>Región de Coquimbo · Chile</a:t>
            </a:r>
            <a:endParaRPr lang="es-CL" sz="1100" noProof="0" dirty="0"/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100" b="1" noProof="0" dirty="0"/>
              <a:t>“Una oportunidad de hoy, más valor para mañana.”</a:t>
            </a:r>
            <a:endParaRPr lang="es-CL" sz="1100" noProof="0" dirty="0"/>
          </a:p>
        </p:txBody>
      </p:sp>
    </p:spTree>
    <p:extLst>
      <p:ext uri="{BB962C8B-B14F-4D97-AF65-F5344CB8AC3E}">
        <p14:creationId xmlns:p14="http://schemas.microsoft.com/office/powerpoint/2010/main" val="26421303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3">
      <a:dk1>
        <a:srgbClr val="0E2841"/>
      </a:dk1>
      <a:lt1>
        <a:sysClr val="window" lastClr="FFFFFF"/>
      </a:lt1>
      <a:dk2>
        <a:srgbClr val="0E2841"/>
      </a:dk2>
      <a:lt2>
        <a:srgbClr val="E8E8E8"/>
      </a:lt2>
      <a:accent1>
        <a:srgbClr val="8A0000"/>
      </a:accent1>
      <a:accent2>
        <a:srgbClr val="8A0000"/>
      </a:accent2>
      <a:accent3>
        <a:srgbClr val="8A0000"/>
      </a:accent3>
      <a:accent4>
        <a:srgbClr val="8A0000"/>
      </a:accent4>
      <a:accent5>
        <a:srgbClr val="8A0000"/>
      </a:accent5>
      <a:accent6>
        <a:srgbClr val="8A0000"/>
      </a:accent6>
      <a:hlink>
        <a:srgbClr val="8A0000"/>
      </a:hlink>
      <a:folHlink>
        <a:srgbClr val="8A00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1245</Words>
  <Application>Microsoft Office PowerPoint</Application>
  <PresentationFormat>Panorámica</PresentationFormat>
  <Paragraphs>127</Paragraphs>
  <Slides>17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Tema de Office</vt:lpstr>
      <vt:lpstr>Centro Productivo de Manufactura, Mobiliario y Soluciones Habitacionales</vt:lpstr>
      <vt:lpstr>ANTECEDENTES DEL PROPONENTE </vt:lpstr>
      <vt:lpstr>Carta de presentación</vt:lpstr>
      <vt:lpstr>Resumen ejecutivo </vt:lpstr>
      <vt:lpstr>Diagnóstico y oportunidad</vt:lpstr>
      <vt:lpstr>OBJETIVOS </vt:lpstr>
      <vt:lpstr>DESCRIPCIÓN DEL PROYECTO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Beneficios para la región 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urquieta rojas</dc:creator>
  <cp:lastModifiedBy>luis urquieta rojas</cp:lastModifiedBy>
  <cp:revision>9</cp:revision>
  <dcterms:created xsi:type="dcterms:W3CDTF">2026-08-27T16:51:11Z</dcterms:created>
  <dcterms:modified xsi:type="dcterms:W3CDTF">2026-09-10T22:23:40Z</dcterms:modified>
</cp:coreProperties>
</file>